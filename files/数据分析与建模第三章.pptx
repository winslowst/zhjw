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10.xml" ContentType="application/vnd.openxmlformats-officedocument.presentationml.notesSlide+xml"/>
  <Override PartName="/ppt/ink/ink23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28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5" r:id="rId1"/>
    <p:sldMasterId id="2147483951" r:id="rId2"/>
  </p:sldMasterIdLst>
  <p:notesMasterIdLst>
    <p:notesMasterId r:id="rId87"/>
  </p:notesMasterIdLst>
  <p:handoutMasterIdLst>
    <p:handoutMasterId r:id="rId88"/>
  </p:handoutMasterIdLst>
  <p:sldIdLst>
    <p:sldId id="623" r:id="rId3"/>
    <p:sldId id="1926" r:id="rId4"/>
    <p:sldId id="1495" r:id="rId5"/>
    <p:sldId id="1491" r:id="rId6"/>
    <p:sldId id="1003" r:id="rId7"/>
    <p:sldId id="1385" r:id="rId8"/>
    <p:sldId id="1494" r:id="rId9"/>
    <p:sldId id="1384" r:id="rId10"/>
    <p:sldId id="1501" r:id="rId11"/>
    <p:sldId id="1951" r:id="rId12"/>
    <p:sldId id="962" r:id="rId13"/>
    <p:sldId id="1953" r:id="rId14"/>
    <p:sldId id="1927" r:id="rId15"/>
    <p:sldId id="1954" r:id="rId16"/>
    <p:sldId id="1955" r:id="rId17"/>
    <p:sldId id="1956" r:id="rId18"/>
    <p:sldId id="1952" r:id="rId19"/>
    <p:sldId id="279" r:id="rId20"/>
    <p:sldId id="1497" r:id="rId21"/>
    <p:sldId id="280" r:id="rId22"/>
    <p:sldId id="1498" r:id="rId23"/>
    <p:sldId id="1499" r:id="rId24"/>
    <p:sldId id="1500" r:id="rId25"/>
    <p:sldId id="1942" r:id="rId26"/>
    <p:sldId id="1943" r:id="rId27"/>
    <p:sldId id="1915" r:id="rId28"/>
    <p:sldId id="1916" r:id="rId29"/>
    <p:sldId id="1917" r:id="rId30"/>
    <p:sldId id="963" r:id="rId31"/>
    <p:sldId id="437" r:id="rId32"/>
    <p:sldId id="1909" r:id="rId33"/>
    <p:sldId id="1929" r:id="rId34"/>
    <p:sldId id="1941" r:id="rId35"/>
    <p:sldId id="1944" r:id="rId36"/>
    <p:sldId id="1972" r:id="rId37"/>
    <p:sldId id="1914" r:id="rId38"/>
    <p:sldId id="1911" r:id="rId39"/>
    <p:sldId id="964" r:id="rId40"/>
    <p:sldId id="1912" r:id="rId41"/>
    <p:sldId id="1946" r:id="rId42"/>
    <p:sldId id="1947" r:id="rId43"/>
    <p:sldId id="1949" r:id="rId44"/>
    <p:sldId id="1948" r:id="rId45"/>
    <p:sldId id="1957" r:id="rId46"/>
    <p:sldId id="1958" r:id="rId47"/>
    <p:sldId id="1962" r:id="rId48"/>
    <p:sldId id="1960" r:id="rId49"/>
    <p:sldId id="1961" r:id="rId50"/>
    <p:sldId id="1928" r:id="rId51"/>
    <p:sldId id="278" r:id="rId52"/>
    <p:sldId id="284" r:id="rId53"/>
    <p:sldId id="295" r:id="rId54"/>
    <p:sldId id="287" r:id="rId55"/>
    <p:sldId id="289" r:id="rId56"/>
    <p:sldId id="291" r:id="rId57"/>
    <p:sldId id="293" r:id="rId58"/>
    <p:sldId id="297" r:id="rId59"/>
    <p:sldId id="1430" r:id="rId60"/>
    <p:sldId id="1431" r:id="rId61"/>
    <p:sldId id="1913" r:id="rId62"/>
    <p:sldId id="1930" r:id="rId63"/>
    <p:sldId id="1931" r:id="rId64"/>
    <p:sldId id="1932" r:id="rId65"/>
    <p:sldId id="1934" r:id="rId66"/>
    <p:sldId id="1935" r:id="rId67"/>
    <p:sldId id="1936" r:id="rId68"/>
    <p:sldId id="1427" r:id="rId69"/>
    <p:sldId id="1937" r:id="rId70"/>
    <p:sldId id="1938" r:id="rId71"/>
    <p:sldId id="1939" r:id="rId72"/>
    <p:sldId id="1940" r:id="rId73"/>
    <p:sldId id="1933" r:id="rId74"/>
    <p:sldId id="1963" r:id="rId75"/>
    <p:sldId id="1428" r:id="rId76"/>
    <p:sldId id="1964" r:id="rId77"/>
    <p:sldId id="1965" r:id="rId78"/>
    <p:sldId id="965" r:id="rId79"/>
    <p:sldId id="1918" r:id="rId80"/>
    <p:sldId id="1919" r:id="rId81"/>
    <p:sldId id="1920" r:id="rId82"/>
    <p:sldId id="1970" r:id="rId83"/>
    <p:sldId id="1971" r:id="rId84"/>
    <p:sldId id="1921" r:id="rId85"/>
    <p:sldId id="1969" r:id="rId8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8000"/>
    <a:srgbClr val="996600"/>
    <a:srgbClr val="CCCC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51" y="12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viewProps" Target="viewProps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DA4BD7-E50C-4616-9D8C-66CA24C3093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4B22C1BE-77CA-4601-B350-FB03C635230D}">
      <dgm:prSet phldrT="[文本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/>
            <a:t>变量分类</a:t>
          </a:r>
          <a:endParaRPr lang="zh-CN" altLang="en-US" sz="1300" b="1" dirty="0"/>
        </a:p>
      </dgm:t>
    </dgm:pt>
    <dgm:pt modelId="{D7ECB8D8-D6B6-4A06-8777-6D2A89F5A47E}" type="parTrans" cxnId="{1A3F1602-06D8-4D56-85FE-5B4A56C64611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78777689-BD9B-43D3-9977-EF2F33BF19AD}" type="sibTrans" cxnId="{1A3F1602-06D8-4D56-85FE-5B4A56C64611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09EC2910-5E52-4C87-B87F-BA781AFAC07F}">
      <dgm:prSet phldrT="[文本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/>
            <a:t>类别变量</a:t>
          </a:r>
          <a:endParaRPr lang="en-US" altLang="zh-CN" sz="1300" b="1"/>
        </a:p>
        <a:p>
          <a:r>
            <a:rPr lang="zh-CN" altLang="en-US" sz="1300" b="1"/>
            <a:t>（定性）</a:t>
          </a:r>
          <a:endParaRPr lang="zh-CN" altLang="en-US" sz="1300" b="1" dirty="0"/>
        </a:p>
      </dgm:t>
    </dgm:pt>
    <dgm:pt modelId="{1B16A485-3ADB-480B-BBEA-204E500F9E17}" type="parTrans" cxnId="{5C61F3E4-731A-4493-B8A2-DFEAE6117579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BE9AB15F-0BE9-40A4-9500-8443246A4C91}" type="sibTrans" cxnId="{5C61F3E4-731A-4493-B8A2-DFEAE6117579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5D9F6994-7BBD-4AF6-8A8B-37D8B32E68C5}">
      <dgm:prSet phldrT="[文本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/>
            <a:t>数值变量</a:t>
          </a:r>
          <a:endParaRPr lang="en-US" altLang="zh-CN" sz="1300" b="1"/>
        </a:p>
        <a:p>
          <a:r>
            <a:rPr lang="zh-CN" altLang="en-US" sz="1300" b="1"/>
            <a:t>（定量）</a:t>
          </a:r>
          <a:endParaRPr lang="zh-CN" altLang="en-US" sz="1300" b="1" dirty="0"/>
        </a:p>
      </dgm:t>
    </dgm:pt>
    <dgm:pt modelId="{EF5EDC9E-30C2-4039-9F3C-D6E1C9D7D7C6}" type="parTrans" cxnId="{4AF73640-167D-4B1D-B303-8E5BAC2C8660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952F7BC0-D3F7-4A60-89D9-7A2B1011BE69}" type="sibTrans" cxnId="{4AF73640-167D-4B1D-B303-8E5BAC2C8660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EA23AEE0-617E-46C1-934E-20C47D72B2AF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/>
            <a:t>无序类别变量</a:t>
          </a:r>
          <a:endParaRPr lang="en-US" altLang="zh-CN" sz="1300" b="1"/>
        </a:p>
        <a:p>
          <a:r>
            <a:rPr lang="zh-CN" altLang="en-US" sz="1300" b="1"/>
            <a:t>（名义值）</a:t>
          </a:r>
          <a:endParaRPr lang="zh-CN" altLang="en-US" sz="1300" b="1" dirty="0"/>
        </a:p>
      </dgm:t>
    </dgm:pt>
    <dgm:pt modelId="{6A473758-F6E5-4D0D-9569-D8BEF53C3309}" type="parTrans" cxnId="{EADFB078-A35E-4CBB-9376-083D2C7A426D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82F3DA9E-5D33-4648-8491-0C72AE097610}" type="sibTrans" cxnId="{EADFB078-A35E-4CBB-9376-083D2C7A426D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D48C6B62-AD3B-4ECF-ACEB-4E02A62539FE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/>
            <a:t>有序类别变量</a:t>
          </a:r>
          <a:endParaRPr lang="en-US" altLang="zh-CN" sz="1300" b="1"/>
        </a:p>
        <a:p>
          <a:r>
            <a:rPr lang="zh-CN" altLang="en-US" sz="1300" b="1"/>
            <a:t>（顺序值）</a:t>
          </a:r>
          <a:endParaRPr lang="zh-CN" altLang="en-US" sz="1300" b="1" dirty="0"/>
        </a:p>
      </dgm:t>
    </dgm:pt>
    <dgm:pt modelId="{68135281-4181-4BEE-8EA6-64A16A97AE00}" type="parTrans" cxnId="{99905996-0A32-4D2A-9EFF-6700D993473C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E07865B7-2D1A-467E-9E12-3C2274447592}" type="sibTrans" cxnId="{99905996-0A32-4D2A-9EFF-6700D993473C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6A515070-FA12-40F0-9A8D-4B8658AAFCF2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/>
            <a:t>离散变量</a:t>
          </a:r>
          <a:endParaRPr lang="en-US" altLang="zh-CN" sz="1300" b="1"/>
        </a:p>
        <a:p>
          <a:r>
            <a:rPr lang="zh-CN" altLang="en-US" sz="1300" b="1"/>
            <a:t>（离散值）</a:t>
          </a:r>
          <a:endParaRPr lang="zh-CN" altLang="en-US" sz="1300" b="1" dirty="0"/>
        </a:p>
      </dgm:t>
    </dgm:pt>
    <dgm:pt modelId="{9B1083C6-2262-46FC-BD8C-92AABE9959EA}" type="parTrans" cxnId="{D256DCA4-83DE-4A28-953D-AC841E1123E6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F8C9FDC9-1291-4A49-BD85-FF014B441B03}" type="sibTrans" cxnId="{D256DCA4-83DE-4A28-953D-AC841E1123E6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EF765FDE-F030-4E5D-AD85-BD3E2F11F0E2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/>
            <a:t>连续变量</a:t>
          </a:r>
          <a:endParaRPr lang="en-US" altLang="zh-CN" sz="1300" b="1"/>
        </a:p>
        <a:p>
          <a:r>
            <a:rPr lang="zh-CN" altLang="en-US" sz="1300" b="1"/>
            <a:t>（连续值）</a:t>
          </a:r>
          <a:endParaRPr lang="zh-CN" altLang="en-US" sz="1300" b="1" dirty="0"/>
        </a:p>
      </dgm:t>
    </dgm:pt>
    <dgm:pt modelId="{C92C8B0A-CDB7-4888-8119-EA4EB6299162}" type="parTrans" cxnId="{A7034EE2-C2B9-41D2-BFD5-001DA04883B5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7C444589-8E6B-46BC-9130-60B206FBDC6E}" type="sibTrans" cxnId="{A7034EE2-C2B9-41D2-BFD5-001DA04883B5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DF2000DE-4E0E-48B9-8DA8-AFF366096B79}">
      <dgm:prSet phldrT="[文本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/>
            <a:t>时间变量</a:t>
          </a:r>
          <a:endParaRPr lang="en-US" altLang="zh-CN" sz="1300" b="1"/>
        </a:p>
        <a:p>
          <a:r>
            <a:rPr lang="zh-CN" altLang="en-US" sz="1300" b="1"/>
            <a:t>（定性或定量）</a:t>
          </a:r>
          <a:endParaRPr lang="en-US" altLang="zh-CN" sz="1300" b="1" dirty="0"/>
        </a:p>
      </dgm:t>
    </dgm:pt>
    <dgm:pt modelId="{AAEF3545-3809-4C02-B149-3AC8C88B3EC9}" type="parTrans" cxnId="{74C8B910-B7C6-472C-9685-6BCBBA39FA3B}">
      <dgm:prSet custT="1"/>
      <dgm:spPr/>
      <dgm:t>
        <a:bodyPr/>
        <a:lstStyle/>
        <a:p>
          <a:endParaRPr lang="zh-CN" altLang="en-US" sz="1300"/>
        </a:p>
      </dgm:t>
    </dgm:pt>
    <dgm:pt modelId="{B2280DB6-B81E-42AC-B23D-D49CBEC9B136}" type="sibTrans" cxnId="{74C8B910-B7C6-472C-9685-6BCBBA39FA3B}">
      <dgm:prSet/>
      <dgm:spPr/>
      <dgm:t>
        <a:bodyPr/>
        <a:lstStyle/>
        <a:p>
          <a:endParaRPr lang="zh-CN" altLang="en-US" sz="1300"/>
        </a:p>
      </dgm:t>
    </dgm:pt>
    <dgm:pt modelId="{18F68F87-076B-4CEC-AC52-485DD9635DDB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/>
            <a:t>定性：离散值</a:t>
          </a:r>
          <a:endParaRPr lang="zh-CN" altLang="en-US" sz="1300" b="1" dirty="0"/>
        </a:p>
      </dgm:t>
    </dgm:pt>
    <dgm:pt modelId="{150DEB9D-3840-4CC1-B44C-9FC6ECB4CDF2}" type="parTrans" cxnId="{5927DFEA-F98F-4A23-87BE-74F195F6A377}">
      <dgm:prSet custT="1"/>
      <dgm:spPr/>
      <dgm:t>
        <a:bodyPr/>
        <a:lstStyle/>
        <a:p>
          <a:endParaRPr lang="zh-CN" altLang="en-US" sz="1300"/>
        </a:p>
      </dgm:t>
    </dgm:pt>
    <dgm:pt modelId="{500393AD-75A1-415F-8839-4D2BC5C2D435}" type="sibTrans" cxnId="{5927DFEA-F98F-4A23-87BE-74F195F6A377}">
      <dgm:prSet/>
      <dgm:spPr/>
      <dgm:t>
        <a:bodyPr/>
        <a:lstStyle/>
        <a:p>
          <a:endParaRPr lang="zh-CN" altLang="en-US" sz="1300"/>
        </a:p>
      </dgm:t>
    </dgm:pt>
    <dgm:pt modelId="{0632DF7D-8250-4CBF-BC45-EB3D7D8D28A5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/>
            <a:t>定量：连续值</a:t>
          </a:r>
          <a:endParaRPr lang="zh-CN" altLang="en-US" sz="1300" b="1" dirty="0"/>
        </a:p>
      </dgm:t>
    </dgm:pt>
    <dgm:pt modelId="{54A697E2-8151-4D41-B1AC-AB1E616FDB4A}" type="parTrans" cxnId="{52DCF857-1E4B-469A-BD61-4315FC8D3BFF}">
      <dgm:prSet custT="1"/>
      <dgm:spPr/>
      <dgm:t>
        <a:bodyPr/>
        <a:lstStyle/>
        <a:p>
          <a:endParaRPr lang="zh-CN" altLang="en-US" sz="1300"/>
        </a:p>
      </dgm:t>
    </dgm:pt>
    <dgm:pt modelId="{77282D39-473A-4896-B1F0-43E0B5C500EB}" type="sibTrans" cxnId="{52DCF857-1E4B-469A-BD61-4315FC8D3BFF}">
      <dgm:prSet/>
      <dgm:spPr/>
      <dgm:t>
        <a:bodyPr/>
        <a:lstStyle/>
        <a:p>
          <a:endParaRPr lang="zh-CN" altLang="en-US" sz="1300"/>
        </a:p>
      </dgm:t>
    </dgm:pt>
    <dgm:pt modelId="{7034B9A4-C21B-4EFF-98F5-CF5E6E609506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/>
            <a:t>布尔变量</a:t>
          </a:r>
          <a:endParaRPr lang="en-US" altLang="zh-CN" sz="1300" b="1"/>
        </a:p>
        <a:p>
          <a:r>
            <a:rPr lang="zh-CN" altLang="en-US" sz="1300" b="1"/>
            <a:t>（二值）</a:t>
          </a:r>
          <a:endParaRPr lang="zh-CN" altLang="en-US" sz="1300" b="1" dirty="0"/>
        </a:p>
      </dgm:t>
    </dgm:pt>
    <dgm:pt modelId="{ED6F3C41-EEA3-42FA-97C2-71F78FFD3575}" type="parTrans" cxnId="{37FEA85C-8918-4CC8-BB8D-682524FCB0BF}">
      <dgm:prSet custT="1"/>
      <dgm:spPr/>
      <dgm:t>
        <a:bodyPr/>
        <a:lstStyle/>
        <a:p>
          <a:endParaRPr lang="zh-CN" altLang="en-US" sz="1300"/>
        </a:p>
      </dgm:t>
    </dgm:pt>
    <dgm:pt modelId="{980D55C0-F15D-4256-83A3-3A6173D52807}" type="sibTrans" cxnId="{37FEA85C-8918-4CC8-BB8D-682524FCB0BF}">
      <dgm:prSet/>
      <dgm:spPr/>
      <dgm:t>
        <a:bodyPr/>
        <a:lstStyle/>
        <a:p>
          <a:endParaRPr lang="zh-CN" altLang="en-US" sz="1300"/>
        </a:p>
      </dgm:t>
    </dgm:pt>
    <dgm:pt modelId="{B0AE2196-B8B6-42BA-BC5E-8C1040430EF8}" type="pres">
      <dgm:prSet presAssocID="{17DA4BD7-E50C-4616-9D8C-66CA24C3093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7182175-38BB-4ECD-8840-C504549BA935}" type="pres">
      <dgm:prSet presAssocID="{4B22C1BE-77CA-4601-B350-FB03C635230D}" presName="root1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75C26DFC-FC67-4C06-989E-16C6E00D3B32}" type="pres">
      <dgm:prSet presAssocID="{4B22C1BE-77CA-4601-B350-FB03C635230D}" presName="LevelOneTextNode" presStyleLbl="node0" presStyleIdx="0" presStyleCnt="1" custScaleY="55294">
        <dgm:presLayoutVars>
          <dgm:chPref val="3"/>
        </dgm:presLayoutVars>
      </dgm:prSet>
      <dgm:spPr/>
    </dgm:pt>
    <dgm:pt modelId="{ABC31DAC-5027-4ACC-9BF4-EB4433A0E0AF}" type="pres">
      <dgm:prSet presAssocID="{4B22C1BE-77CA-4601-B350-FB03C635230D}" presName="level2hierChild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3046B561-C770-42DF-BB2A-5B6CC78A35B2}" type="pres">
      <dgm:prSet presAssocID="{1B16A485-3ADB-480B-BBEA-204E500F9E17}" presName="conn2-1" presStyleLbl="parChTrans1D2" presStyleIdx="0" presStyleCnt="3"/>
      <dgm:spPr/>
    </dgm:pt>
    <dgm:pt modelId="{BBEDB00D-93FE-43C1-80E2-8982B8863DF0}" type="pres">
      <dgm:prSet presAssocID="{1B16A485-3ADB-480B-BBEA-204E500F9E17}" presName="connTx" presStyleLbl="parChTrans1D2" presStyleIdx="0" presStyleCnt="3"/>
      <dgm:spPr/>
    </dgm:pt>
    <dgm:pt modelId="{50826B8B-F7D2-49E0-B24B-D2A1F7F0CF26}" type="pres">
      <dgm:prSet presAssocID="{09EC2910-5E52-4C87-B87F-BA781AFAC07F}" presName="root2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7C037BA4-D1A4-4F3C-83D3-DDE8ECB244F5}" type="pres">
      <dgm:prSet presAssocID="{09EC2910-5E52-4C87-B87F-BA781AFAC07F}" presName="LevelTwoTextNode" presStyleLbl="node2" presStyleIdx="0" presStyleCnt="3" custScaleY="132548">
        <dgm:presLayoutVars>
          <dgm:chPref val="3"/>
        </dgm:presLayoutVars>
      </dgm:prSet>
      <dgm:spPr>
        <a:prstGeom prst="hexagon">
          <a:avLst/>
        </a:prstGeom>
      </dgm:spPr>
    </dgm:pt>
    <dgm:pt modelId="{401DA21A-0CB5-4450-8AD0-7A2EE041FF1E}" type="pres">
      <dgm:prSet presAssocID="{09EC2910-5E52-4C87-B87F-BA781AFAC07F}" presName="level3hierChild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837298DF-6267-4807-984D-013743A53B7C}" type="pres">
      <dgm:prSet presAssocID="{6A473758-F6E5-4D0D-9569-D8BEF53C3309}" presName="conn2-1" presStyleLbl="parChTrans1D3" presStyleIdx="0" presStyleCnt="7"/>
      <dgm:spPr/>
    </dgm:pt>
    <dgm:pt modelId="{E5851A8B-A00F-4546-AC19-824DCA558318}" type="pres">
      <dgm:prSet presAssocID="{6A473758-F6E5-4D0D-9569-D8BEF53C3309}" presName="connTx" presStyleLbl="parChTrans1D3" presStyleIdx="0" presStyleCnt="7"/>
      <dgm:spPr/>
    </dgm:pt>
    <dgm:pt modelId="{66E4A95E-9F1E-45B4-818C-DF16DDAE7389}" type="pres">
      <dgm:prSet presAssocID="{EA23AEE0-617E-46C1-934E-20C47D72B2AF}" presName="root2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696DA65D-F253-4299-978A-93036289CB94}" type="pres">
      <dgm:prSet presAssocID="{EA23AEE0-617E-46C1-934E-20C47D72B2AF}" presName="LevelTwoTextNode" presStyleLbl="node3" presStyleIdx="0" presStyleCnt="7" custScaleY="111370">
        <dgm:presLayoutVars>
          <dgm:chPref val="3"/>
        </dgm:presLayoutVars>
      </dgm:prSet>
      <dgm:spPr/>
    </dgm:pt>
    <dgm:pt modelId="{C7BA6CB6-6020-4E5B-BB0C-294E6E115DDB}" type="pres">
      <dgm:prSet presAssocID="{EA23AEE0-617E-46C1-934E-20C47D72B2AF}" presName="level3hierChild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86762600-C941-4385-97DD-1E923F823FA2}" type="pres">
      <dgm:prSet presAssocID="{68135281-4181-4BEE-8EA6-64A16A97AE00}" presName="conn2-1" presStyleLbl="parChTrans1D3" presStyleIdx="1" presStyleCnt="7"/>
      <dgm:spPr/>
    </dgm:pt>
    <dgm:pt modelId="{E00305F7-3C18-45A2-8A9C-DD07A1085F7D}" type="pres">
      <dgm:prSet presAssocID="{68135281-4181-4BEE-8EA6-64A16A97AE00}" presName="connTx" presStyleLbl="parChTrans1D3" presStyleIdx="1" presStyleCnt="7"/>
      <dgm:spPr/>
    </dgm:pt>
    <dgm:pt modelId="{1EADA98B-962D-4AE2-A880-E4B43F6E1CBB}" type="pres">
      <dgm:prSet presAssocID="{D48C6B62-AD3B-4ECF-ACEB-4E02A62539FE}" presName="root2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C071415F-7A4D-46BA-B511-5583B71A343D}" type="pres">
      <dgm:prSet presAssocID="{D48C6B62-AD3B-4ECF-ACEB-4E02A62539FE}" presName="LevelTwoTextNode" presStyleLbl="node3" presStyleIdx="1" presStyleCnt="7" custScaleY="111370">
        <dgm:presLayoutVars>
          <dgm:chPref val="3"/>
        </dgm:presLayoutVars>
      </dgm:prSet>
      <dgm:spPr/>
    </dgm:pt>
    <dgm:pt modelId="{07B4DD19-333C-4D22-886C-CA1747FBF952}" type="pres">
      <dgm:prSet presAssocID="{D48C6B62-AD3B-4ECF-ACEB-4E02A62539FE}" presName="level3hierChild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8CE3128A-9163-4290-B494-C752D03DB86E}" type="pres">
      <dgm:prSet presAssocID="{ED6F3C41-EEA3-42FA-97C2-71F78FFD3575}" presName="conn2-1" presStyleLbl="parChTrans1D3" presStyleIdx="2" presStyleCnt="7"/>
      <dgm:spPr/>
    </dgm:pt>
    <dgm:pt modelId="{F9E6A826-B620-4759-8F87-B2392FB68DE8}" type="pres">
      <dgm:prSet presAssocID="{ED6F3C41-EEA3-42FA-97C2-71F78FFD3575}" presName="connTx" presStyleLbl="parChTrans1D3" presStyleIdx="2" presStyleCnt="7"/>
      <dgm:spPr/>
    </dgm:pt>
    <dgm:pt modelId="{3971CD59-2277-4B90-8745-16A2F258A697}" type="pres">
      <dgm:prSet presAssocID="{7034B9A4-C21B-4EFF-98F5-CF5E6E609506}" presName="root2" presStyleCnt="0"/>
      <dgm:spPr/>
    </dgm:pt>
    <dgm:pt modelId="{B91A889B-354A-48AE-B926-A262722A5F1F}" type="pres">
      <dgm:prSet presAssocID="{7034B9A4-C21B-4EFF-98F5-CF5E6E609506}" presName="LevelTwoTextNode" presStyleLbl="node3" presStyleIdx="2" presStyleCnt="7" custScaleY="111370">
        <dgm:presLayoutVars>
          <dgm:chPref val="3"/>
        </dgm:presLayoutVars>
      </dgm:prSet>
      <dgm:spPr/>
    </dgm:pt>
    <dgm:pt modelId="{1D61243C-A635-4621-9132-B02CDBCB9B09}" type="pres">
      <dgm:prSet presAssocID="{7034B9A4-C21B-4EFF-98F5-CF5E6E609506}" presName="level3hierChild" presStyleCnt="0"/>
      <dgm:spPr/>
    </dgm:pt>
    <dgm:pt modelId="{BDA777ED-2EE2-4841-9FAB-D14B93E5ED5E}" type="pres">
      <dgm:prSet presAssocID="{EF5EDC9E-30C2-4039-9F3C-D6E1C9D7D7C6}" presName="conn2-1" presStyleLbl="parChTrans1D2" presStyleIdx="1" presStyleCnt="3"/>
      <dgm:spPr/>
    </dgm:pt>
    <dgm:pt modelId="{79696BB3-AE12-45F1-9FD5-03631BE6BD08}" type="pres">
      <dgm:prSet presAssocID="{EF5EDC9E-30C2-4039-9F3C-D6E1C9D7D7C6}" presName="connTx" presStyleLbl="parChTrans1D2" presStyleIdx="1" presStyleCnt="3"/>
      <dgm:spPr/>
    </dgm:pt>
    <dgm:pt modelId="{B3BCB89B-6B61-411F-B0CF-605C865CA01D}" type="pres">
      <dgm:prSet presAssocID="{5D9F6994-7BBD-4AF6-8A8B-37D8B32E68C5}" presName="root2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E3C7FB3A-06D6-4108-9D1A-31AAEF3D0E8E}" type="pres">
      <dgm:prSet presAssocID="{5D9F6994-7BBD-4AF6-8A8B-37D8B32E68C5}" presName="LevelTwoTextNode" presStyleLbl="node2" presStyleIdx="1" presStyleCnt="3" custScaleY="132548">
        <dgm:presLayoutVars>
          <dgm:chPref val="3"/>
        </dgm:presLayoutVars>
      </dgm:prSet>
      <dgm:spPr>
        <a:prstGeom prst="hexagon">
          <a:avLst/>
        </a:prstGeom>
      </dgm:spPr>
    </dgm:pt>
    <dgm:pt modelId="{EB3BCFAF-A191-417C-820D-689D649BA569}" type="pres">
      <dgm:prSet presAssocID="{5D9F6994-7BBD-4AF6-8A8B-37D8B32E68C5}" presName="level3hierChild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A0F9D02C-C981-4641-B18B-E933A7CA3C68}" type="pres">
      <dgm:prSet presAssocID="{9B1083C6-2262-46FC-BD8C-92AABE9959EA}" presName="conn2-1" presStyleLbl="parChTrans1D3" presStyleIdx="3" presStyleCnt="7"/>
      <dgm:spPr/>
    </dgm:pt>
    <dgm:pt modelId="{0B31628F-C08F-49C7-A766-93C54CC4C2AF}" type="pres">
      <dgm:prSet presAssocID="{9B1083C6-2262-46FC-BD8C-92AABE9959EA}" presName="connTx" presStyleLbl="parChTrans1D3" presStyleIdx="3" presStyleCnt="7"/>
      <dgm:spPr/>
    </dgm:pt>
    <dgm:pt modelId="{77E8D094-012A-4564-843D-CE349A220AD8}" type="pres">
      <dgm:prSet presAssocID="{6A515070-FA12-40F0-9A8D-4B8658AAFCF2}" presName="root2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18AD244E-4224-43B7-B342-BE6A23DBC666}" type="pres">
      <dgm:prSet presAssocID="{6A515070-FA12-40F0-9A8D-4B8658AAFCF2}" presName="LevelTwoTextNode" presStyleLbl="node3" presStyleIdx="3" presStyleCnt="7" custScaleY="111370">
        <dgm:presLayoutVars>
          <dgm:chPref val="3"/>
        </dgm:presLayoutVars>
      </dgm:prSet>
      <dgm:spPr/>
    </dgm:pt>
    <dgm:pt modelId="{CCBAC7C4-C24C-410B-8694-4F25A4F625A2}" type="pres">
      <dgm:prSet presAssocID="{6A515070-FA12-40F0-9A8D-4B8658AAFCF2}" presName="level3hierChild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913D8877-5855-4770-90F9-FB1717F45990}" type="pres">
      <dgm:prSet presAssocID="{C92C8B0A-CDB7-4888-8119-EA4EB6299162}" presName="conn2-1" presStyleLbl="parChTrans1D3" presStyleIdx="4" presStyleCnt="7"/>
      <dgm:spPr/>
    </dgm:pt>
    <dgm:pt modelId="{A6B68E25-6F01-4C55-89BC-4D16AD1F51E7}" type="pres">
      <dgm:prSet presAssocID="{C92C8B0A-CDB7-4888-8119-EA4EB6299162}" presName="connTx" presStyleLbl="parChTrans1D3" presStyleIdx="4" presStyleCnt="7"/>
      <dgm:spPr/>
    </dgm:pt>
    <dgm:pt modelId="{7C01E741-9025-45A2-85E1-165FA20BE2DA}" type="pres">
      <dgm:prSet presAssocID="{EF765FDE-F030-4E5D-AD85-BD3E2F11F0E2}" presName="root2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40809974-34E4-4D40-8BDB-728D06D9C200}" type="pres">
      <dgm:prSet presAssocID="{EF765FDE-F030-4E5D-AD85-BD3E2F11F0E2}" presName="LevelTwoTextNode" presStyleLbl="node3" presStyleIdx="4" presStyleCnt="7" custScaleY="111370">
        <dgm:presLayoutVars>
          <dgm:chPref val="3"/>
        </dgm:presLayoutVars>
      </dgm:prSet>
      <dgm:spPr/>
    </dgm:pt>
    <dgm:pt modelId="{7D94CCA8-5286-4C7D-8EE5-708FDFFB16B5}" type="pres">
      <dgm:prSet presAssocID="{EF765FDE-F030-4E5D-AD85-BD3E2F11F0E2}" presName="level3hierChild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C20DEB29-EFB7-4497-B3AD-B850F5DD7CDF}" type="pres">
      <dgm:prSet presAssocID="{AAEF3545-3809-4C02-B149-3AC8C88B3EC9}" presName="conn2-1" presStyleLbl="parChTrans1D2" presStyleIdx="2" presStyleCnt="3"/>
      <dgm:spPr/>
    </dgm:pt>
    <dgm:pt modelId="{6A39DA11-A796-402D-A620-83730460E66C}" type="pres">
      <dgm:prSet presAssocID="{AAEF3545-3809-4C02-B149-3AC8C88B3EC9}" presName="connTx" presStyleLbl="parChTrans1D2" presStyleIdx="2" presStyleCnt="3"/>
      <dgm:spPr/>
    </dgm:pt>
    <dgm:pt modelId="{E42CC891-9618-4F0A-8EC1-2909F206E642}" type="pres">
      <dgm:prSet presAssocID="{DF2000DE-4E0E-48B9-8DA8-AFF366096B79}" presName="root2" presStyleCnt="0"/>
      <dgm:spPr/>
    </dgm:pt>
    <dgm:pt modelId="{09F975F6-EAA0-4C4A-B5AD-52121D5416EC}" type="pres">
      <dgm:prSet presAssocID="{DF2000DE-4E0E-48B9-8DA8-AFF366096B79}" presName="LevelTwoTextNode" presStyleLbl="node2" presStyleIdx="2" presStyleCnt="3" custScaleY="132548">
        <dgm:presLayoutVars>
          <dgm:chPref val="3"/>
        </dgm:presLayoutVars>
      </dgm:prSet>
      <dgm:spPr>
        <a:prstGeom prst="hexagon">
          <a:avLst/>
        </a:prstGeom>
      </dgm:spPr>
    </dgm:pt>
    <dgm:pt modelId="{7F8C2AFF-4FE7-4B46-8F4A-EE7DE649747E}" type="pres">
      <dgm:prSet presAssocID="{DF2000DE-4E0E-48B9-8DA8-AFF366096B79}" presName="level3hierChild" presStyleCnt="0"/>
      <dgm:spPr/>
    </dgm:pt>
    <dgm:pt modelId="{4B4E71E3-9ED7-4D69-AB43-73E2CDDEB9CD}" type="pres">
      <dgm:prSet presAssocID="{150DEB9D-3840-4CC1-B44C-9FC6ECB4CDF2}" presName="conn2-1" presStyleLbl="parChTrans1D3" presStyleIdx="5" presStyleCnt="7"/>
      <dgm:spPr/>
    </dgm:pt>
    <dgm:pt modelId="{A620277B-8F6F-4D78-85CF-BB801D6C43CE}" type="pres">
      <dgm:prSet presAssocID="{150DEB9D-3840-4CC1-B44C-9FC6ECB4CDF2}" presName="connTx" presStyleLbl="parChTrans1D3" presStyleIdx="5" presStyleCnt="7"/>
      <dgm:spPr/>
    </dgm:pt>
    <dgm:pt modelId="{0BD9A677-0AE2-4FF4-B650-5C61D0D18F38}" type="pres">
      <dgm:prSet presAssocID="{18F68F87-076B-4CEC-AC52-485DD9635DDB}" presName="root2" presStyleCnt="0"/>
      <dgm:spPr/>
    </dgm:pt>
    <dgm:pt modelId="{2B536F3D-6EDE-4060-8284-F0CF189AF425}" type="pres">
      <dgm:prSet presAssocID="{18F68F87-076B-4CEC-AC52-485DD9635DDB}" presName="LevelTwoTextNode" presStyleLbl="node3" presStyleIdx="5" presStyleCnt="7" custScaleY="111370">
        <dgm:presLayoutVars>
          <dgm:chPref val="3"/>
        </dgm:presLayoutVars>
      </dgm:prSet>
      <dgm:spPr/>
    </dgm:pt>
    <dgm:pt modelId="{63B69FCA-5DDB-4F43-B58E-9D44F6769ADF}" type="pres">
      <dgm:prSet presAssocID="{18F68F87-076B-4CEC-AC52-485DD9635DDB}" presName="level3hierChild" presStyleCnt="0"/>
      <dgm:spPr/>
    </dgm:pt>
    <dgm:pt modelId="{7948F63A-1D90-4271-8EAA-FB64F0A33E58}" type="pres">
      <dgm:prSet presAssocID="{54A697E2-8151-4D41-B1AC-AB1E616FDB4A}" presName="conn2-1" presStyleLbl="parChTrans1D3" presStyleIdx="6" presStyleCnt="7"/>
      <dgm:spPr/>
    </dgm:pt>
    <dgm:pt modelId="{F908FD8B-D55E-40E5-B156-ED1EBE29116A}" type="pres">
      <dgm:prSet presAssocID="{54A697E2-8151-4D41-B1AC-AB1E616FDB4A}" presName="connTx" presStyleLbl="parChTrans1D3" presStyleIdx="6" presStyleCnt="7"/>
      <dgm:spPr/>
    </dgm:pt>
    <dgm:pt modelId="{59D55725-4FE4-45AF-B068-1348C5612D4C}" type="pres">
      <dgm:prSet presAssocID="{0632DF7D-8250-4CBF-BC45-EB3D7D8D28A5}" presName="root2" presStyleCnt="0"/>
      <dgm:spPr/>
    </dgm:pt>
    <dgm:pt modelId="{500AB88C-D9A3-4118-9AA8-3C12D1664A88}" type="pres">
      <dgm:prSet presAssocID="{0632DF7D-8250-4CBF-BC45-EB3D7D8D28A5}" presName="LevelTwoTextNode" presStyleLbl="node3" presStyleIdx="6" presStyleCnt="7" custScaleY="111370">
        <dgm:presLayoutVars>
          <dgm:chPref val="3"/>
        </dgm:presLayoutVars>
      </dgm:prSet>
      <dgm:spPr/>
    </dgm:pt>
    <dgm:pt modelId="{4E648045-933D-4A08-A6E7-7274CD512A75}" type="pres">
      <dgm:prSet presAssocID="{0632DF7D-8250-4CBF-BC45-EB3D7D8D28A5}" presName="level3hierChild" presStyleCnt="0"/>
      <dgm:spPr/>
    </dgm:pt>
  </dgm:ptLst>
  <dgm:cxnLst>
    <dgm:cxn modelId="{1A3F1602-06D8-4D56-85FE-5B4A56C64611}" srcId="{17DA4BD7-E50C-4616-9D8C-66CA24C30930}" destId="{4B22C1BE-77CA-4601-B350-FB03C635230D}" srcOrd="0" destOrd="0" parTransId="{D7ECB8D8-D6B6-4A06-8777-6D2A89F5A47E}" sibTransId="{78777689-BD9B-43D3-9977-EF2F33BF19AD}"/>
    <dgm:cxn modelId="{095D8C02-83DA-4A1D-AB6B-BA8C8B1216BE}" type="presOf" srcId="{1B16A485-3ADB-480B-BBEA-204E500F9E17}" destId="{BBEDB00D-93FE-43C1-80E2-8982B8863DF0}" srcOrd="1" destOrd="0" presId="urn:microsoft.com/office/officeart/2008/layout/HorizontalMultiLevelHierarchy"/>
    <dgm:cxn modelId="{52304F05-19DC-4B27-9BF5-9ECD936A1942}" type="presOf" srcId="{54A697E2-8151-4D41-B1AC-AB1E616FDB4A}" destId="{F908FD8B-D55E-40E5-B156-ED1EBE29116A}" srcOrd="1" destOrd="0" presId="urn:microsoft.com/office/officeart/2008/layout/HorizontalMultiLevelHierarchy"/>
    <dgm:cxn modelId="{5AA8320C-A5AF-460B-B40F-4F645AB911DE}" type="presOf" srcId="{DF2000DE-4E0E-48B9-8DA8-AFF366096B79}" destId="{09F975F6-EAA0-4C4A-B5AD-52121D5416EC}" srcOrd="0" destOrd="0" presId="urn:microsoft.com/office/officeart/2008/layout/HorizontalMultiLevelHierarchy"/>
    <dgm:cxn modelId="{74C8B910-B7C6-472C-9685-6BCBBA39FA3B}" srcId="{4B22C1BE-77CA-4601-B350-FB03C635230D}" destId="{DF2000DE-4E0E-48B9-8DA8-AFF366096B79}" srcOrd="2" destOrd="0" parTransId="{AAEF3545-3809-4C02-B149-3AC8C88B3EC9}" sibTransId="{B2280DB6-B81E-42AC-B23D-D49CBEC9B136}"/>
    <dgm:cxn modelId="{0FC85012-6B60-4DC4-A6FF-A69125EF300A}" type="presOf" srcId="{7034B9A4-C21B-4EFF-98F5-CF5E6E609506}" destId="{B91A889B-354A-48AE-B926-A262722A5F1F}" srcOrd="0" destOrd="0" presId="urn:microsoft.com/office/officeart/2008/layout/HorizontalMultiLevelHierarchy"/>
    <dgm:cxn modelId="{7C30421F-F6DF-4FDF-AA07-7C312A751D54}" type="presOf" srcId="{9B1083C6-2262-46FC-BD8C-92AABE9959EA}" destId="{A0F9D02C-C981-4641-B18B-E933A7CA3C68}" srcOrd="0" destOrd="0" presId="urn:microsoft.com/office/officeart/2008/layout/HorizontalMultiLevelHierarchy"/>
    <dgm:cxn modelId="{98F3C427-0E51-4AB7-8AFF-B3875E5BE922}" type="presOf" srcId="{6A473758-F6E5-4D0D-9569-D8BEF53C3309}" destId="{E5851A8B-A00F-4546-AC19-824DCA558318}" srcOrd="1" destOrd="0" presId="urn:microsoft.com/office/officeart/2008/layout/HorizontalMultiLevelHierarchy"/>
    <dgm:cxn modelId="{B154CA2B-A60C-49B1-941F-37D250937EEE}" type="presOf" srcId="{D48C6B62-AD3B-4ECF-ACEB-4E02A62539FE}" destId="{C071415F-7A4D-46BA-B511-5583B71A343D}" srcOrd="0" destOrd="0" presId="urn:microsoft.com/office/officeart/2008/layout/HorizontalMultiLevelHierarchy"/>
    <dgm:cxn modelId="{3A89BA2D-BC59-4576-BA6C-49E454B739D3}" type="presOf" srcId="{4B22C1BE-77CA-4601-B350-FB03C635230D}" destId="{75C26DFC-FC67-4C06-989E-16C6E00D3B32}" srcOrd="0" destOrd="0" presId="urn:microsoft.com/office/officeart/2008/layout/HorizontalMultiLevelHierarchy"/>
    <dgm:cxn modelId="{D2C8B12E-E432-40F6-AD91-F1CA4CF902FF}" type="presOf" srcId="{1B16A485-3ADB-480B-BBEA-204E500F9E17}" destId="{3046B561-C770-42DF-BB2A-5B6CC78A35B2}" srcOrd="0" destOrd="0" presId="urn:microsoft.com/office/officeart/2008/layout/HorizontalMultiLevelHierarchy"/>
    <dgm:cxn modelId="{DA39A335-7125-464A-9C08-646DCBC6CABF}" type="presOf" srcId="{C92C8B0A-CDB7-4888-8119-EA4EB6299162}" destId="{913D8877-5855-4770-90F9-FB1717F45990}" srcOrd="0" destOrd="0" presId="urn:microsoft.com/office/officeart/2008/layout/HorizontalMultiLevelHierarchy"/>
    <dgm:cxn modelId="{CC7F9037-A99C-42CE-9B72-5A60D692C556}" type="presOf" srcId="{9B1083C6-2262-46FC-BD8C-92AABE9959EA}" destId="{0B31628F-C08F-49C7-A766-93C54CC4C2AF}" srcOrd="1" destOrd="0" presId="urn:microsoft.com/office/officeart/2008/layout/HorizontalMultiLevelHierarchy"/>
    <dgm:cxn modelId="{4AF73640-167D-4B1D-B303-8E5BAC2C8660}" srcId="{4B22C1BE-77CA-4601-B350-FB03C635230D}" destId="{5D9F6994-7BBD-4AF6-8A8B-37D8B32E68C5}" srcOrd="1" destOrd="0" parTransId="{EF5EDC9E-30C2-4039-9F3C-D6E1C9D7D7C6}" sibTransId="{952F7BC0-D3F7-4A60-89D9-7A2B1011BE69}"/>
    <dgm:cxn modelId="{37FEA85C-8918-4CC8-BB8D-682524FCB0BF}" srcId="{09EC2910-5E52-4C87-B87F-BA781AFAC07F}" destId="{7034B9A4-C21B-4EFF-98F5-CF5E6E609506}" srcOrd="2" destOrd="0" parTransId="{ED6F3C41-EEA3-42FA-97C2-71F78FFD3575}" sibTransId="{980D55C0-F15D-4256-83A3-3A6173D52807}"/>
    <dgm:cxn modelId="{AB5B8A5D-C561-41A4-8652-A6FDFDFAEFD9}" type="presOf" srcId="{54A697E2-8151-4D41-B1AC-AB1E616FDB4A}" destId="{7948F63A-1D90-4271-8EAA-FB64F0A33E58}" srcOrd="0" destOrd="0" presId="urn:microsoft.com/office/officeart/2008/layout/HorizontalMultiLevelHierarchy"/>
    <dgm:cxn modelId="{B6687146-CF39-4459-A5B6-D928836C9620}" type="presOf" srcId="{EF5EDC9E-30C2-4039-9F3C-D6E1C9D7D7C6}" destId="{BDA777ED-2EE2-4841-9FAB-D14B93E5ED5E}" srcOrd="0" destOrd="0" presId="urn:microsoft.com/office/officeart/2008/layout/HorizontalMultiLevelHierarchy"/>
    <dgm:cxn modelId="{5C726448-0118-46CE-840E-49E3348B936D}" type="presOf" srcId="{150DEB9D-3840-4CC1-B44C-9FC6ECB4CDF2}" destId="{A620277B-8F6F-4D78-85CF-BB801D6C43CE}" srcOrd="1" destOrd="0" presId="urn:microsoft.com/office/officeart/2008/layout/HorizontalMultiLevelHierarchy"/>
    <dgm:cxn modelId="{67565269-6567-4451-99AD-2759E87C0DB7}" type="presOf" srcId="{6A473758-F6E5-4D0D-9569-D8BEF53C3309}" destId="{837298DF-6267-4807-984D-013743A53B7C}" srcOrd="0" destOrd="0" presId="urn:microsoft.com/office/officeart/2008/layout/HorizontalMultiLevelHierarchy"/>
    <dgm:cxn modelId="{7C9DD86A-B6BE-49FD-B3CB-66001C118A39}" type="presOf" srcId="{ED6F3C41-EEA3-42FA-97C2-71F78FFD3575}" destId="{F9E6A826-B620-4759-8F87-B2392FB68DE8}" srcOrd="1" destOrd="0" presId="urn:microsoft.com/office/officeart/2008/layout/HorizontalMultiLevelHierarchy"/>
    <dgm:cxn modelId="{BD786173-2B25-4B60-B40D-2054C325DA5F}" type="presOf" srcId="{AAEF3545-3809-4C02-B149-3AC8C88B3EC9}" destId="{6A39DA11-A796-402D-A620-83730460E66C}" srcOrd="1" destOrd="0" presId="urn:microsoft.com/office/officeart/2008/layout/HorizontalMultiLevelHierarchy"/>
    <dgm:cxn modelId="{6ECE7B73-B056-449F-B1A9-BD76B9DE91F1}" type="presOf" srcId="{EF765FDE-F030-4E5D-AD85-BD3E2F11F0E2}" destId="{40809974-34E4-4D40-8BDB-728D06D9C200}" srcOrd="0" destOrd="0" presId="urn:microsoft.com/office/officeart/2008/layout/HorizontalMultiLevelHierarchy"/>
    <dgm:cxn modelId="{52DCF857-1E4B-469A-BD61-4315FC8D3BFF}" srcId="{DF2000DE-4E0E-48B9-8DA8-AFF366096B79}" destId="{0632DF7D-8250-4CBF-BC45-EB3D7D8D28A5}" srcOrd="1" destOrd="0" parTransId="{54A697E2-8151-4D41-B1AC-AB1E616FDB4A}" sibTransId="{77282D39-473A-4896-B1F0-43E0B5C500EB}"/>
    <dgm:cxn modelId="{E7C31B58-6B0A-43DE-891F-C03A6EE4F6CD}" type="presOf" srcId="{6A515070-FA12-40F0-9A8D-4B8658AAFCF2}" destId="{18AD244E-4224-43B7-B342-BE6A23DBC666}" srcOrd="0" destOrd="0" presId="urn:microsoft.com/office/officeart/2008/layout/HorizontalMultiLevelHierarchy"/>
    <dgm:cxn modelId="{EADFB078-A35E-4CBB-9376-083D2C7A426D}" srcId="{09EC2910-5E52-4C87-B87F-BA781AFAC07F}" destId="{EA23AEE0-617E-46C1-934E-20C47D72B2AF}" srcOrd="0" destOrd="0" parTransId="{6A473758-F6E5-4D0D-9569-D8BEF53C3309}" sibTransId="{82F3DA9E-5D33-4648-8491-0C72AE097610}"/>
    <dgm:cxn modelId="{C68A0C59-A981-4B29-B032-456F554A0A3A}" type="presOf" srcId="{17DA4BD7-E50C-4616-9D8C-66CA24C30930}" destId="{B0AE2196-B8B6-42BA-BC5E-8C1040430EF8}" srcOrd="0" destOrd="0" presId="urn:microsoft.com/office/officeart/2008/layout/HorizontalMultiLevelHierarchy"/>
    <dgm:cxn modelId="{F295EB81-41FD-461F-9974-613F4AA52524}" type="presOf" srcId="{09EC2910-5E52-4C87-B87F-BA781AFAC07F}" destId="{7C037BA4-D1A4-4F3C-83D3-DDE8ECB244F5}" srcOrd="0" destOrd="0" presId="urn:microsoft.com/office/officeart/2008/layout/HorizontalMultiLevelHierarchy"/>
    <dgm:cxn modelId="{B27EDE89-7E54-4156-8B3E-EA7C91A2732B}" type="presOf" srcId="{68135281-4181-4BEE-8EA6-64A16A97AE00}" destId="{86762600-C941-4385-97DD-1E923F823FA2}" srcOrd="0" destOrd="0" presId="urn:microsoft.com/office/officeart/2008/layout/HorizontalMultiLevelHierarchy"/>
    <dgm:cxn modelId="{99905996-0A32-4D2A-9EFF-6700D993473C}" srcId="{09EC2910-5E52-4C87-B87F-BA781AFAC07F}" destId="{D48C6B62-AD3B-4ECF-ACEB-4E02A62539FE}" srcOrd="1" destOrd="0" parTransId="{68135281-4181-4BEE-8EA6-64A16A97AE00}" sibTransId="{E07865B7-2D1A-467E-9E12-3C2274447592}"/>
    <dgm:cxn modelId="{D256DCA4-83DE-4A28-953D-AC841E1123E6}" srcId="{5D9F6994-7BBD-4AF6-8A8B-37D8B32E68C5}" destId="{6A515070-FA12-40F0-9A8D-4B8658AAFCF2}" srcOrd="0" destOrd="0" parTransId="{9B1083C6-2262-46FC-BD8C-92AABE9959EA}" sibTransId="{F8C9FDC9-1291-4A49-BD85-FF014B441B03}"/>
    <dgm:cxn modelId="{E2CF13A8-4EBA-4ACD-8696-49206CEAC3D8}" type="presOf" srcId="{ED6F3C41-EEA3-42FA-97C2-71F78FFD3575}" destId="{8CE3128A-9163-4290-B494-C752D03DB86E}" srcOrd="0" destOrd="0" presId="urn:microsoft.com/office/officeart/2008/layout/HorizontalMultiLevelHierarchy"/>
    <dgm:cxn modelId="{6535F5AC-0153-49B3-92C7-500FE28102DC}" type="presOf" srcId="{EA23AEE0-617E-46C1-934E-20C47D72B2AF}" destId="{696DA65D-F253-4299-978A-93036289CB94}" srcOrd="0" destOrd="0" presId="urn:microsoft.com/office/officeart/2008/layout/HorizontalMultiLevelHierarchy"/>
    <dgm:cxn modelId="{2AC0E8AD-9670-4160-9EC3-9B5AEC3C246B}" type="presOf" srcId="{AAEF3545-3809-4C02-B149-3AC8C88B3EC9}" destId="{C20DEB29-EFB7-4497-B3AD-B850F5DD7CDF}" srcOrd="0" destOrd="0" presId="urn:microsoft.com/office/officeart/2008/layout/HorizontalMultiLevelHierarchy"/>
    <dgm:cxn modelId="{7C9A1EB3-3D39-4B1D-8E3A-4F2332A2C520}" type="presOf" srcId="{C92C8B0A-CDB7-4888-8119-EA4EB6299162}" destId="{A6B68E25-6F01-4C55-89BC-4D16AD1F51E7}" srcOrd="1" destOrd="0" presId="urn:microsoft.com/office/officeart/2008/layout/HorizontalMultiLevelHierarchy"/>
    <dgm:cxn modelId="{338A3DCB-FF0B-4CD4-9C28-42E426C9762A}" type="presOf" srcId="{5D9F6994-7BBD-4AF6-8A8B-37D8B32E68C5}" destId="{E3C7FB3A-06D6-4108-9D1A-31AAEF3D0E8E}" srcOrd="0" destOrd="0" presId="urn:microsoft.com/office/officeart/2008/layout/HorizontalMultiLevelHierarchy"/>
    <dgm:cxn modelId="{F61DCBDD-E391-45EF-8609-8902A4FF5ABE}" type="presOf" srcId="{0632DF7D-8250-4CBF-BC45-EB3D7D8D28A5}" destId="{500AB88C-D9A3-4118-9AA8-3C12D1664A88}" srcOrd="0" destOrd="0" presId="urn:microsoft.com/office/officeart/2008/layout/HorizontalMultiLevelHierarchy"/>
    <dgm:cxn modelId="{331547E1-4383-40C5-BA3F-C25E583250B8}" type="presOf" srcId="{18F68F87-076B-4CEC-AC52-485DD9635DDB}" destId="{2B536F3D-6EDE-4060-8284-F0CF189AF425}" srcOrd="0" destOrd="0" presId="urn:microsoft.com/office/officeart/2008/layout/HorizontalMultiLevelHierarchy"/>
    <dgm:cxn modelId="{A7034EE2-C2B9-41D2-BFD5-001DA04883B5}" srcId="{5D9F6994-7BBD-4AF6-8A8B-37D8B32E68C5}" destId="{EF765FDE-F030-4E5D-AD85-BD3E2F11F0E2}" srcOrd="1" destOrd="0" parTransId="{C92C8B0A-CDB7-4888-8119-EA4EB6299162}" sibTransId="{7C444589-8E6B-46BC-9130-60B206FBDC6E}"/>
    <dgm:cxn modelId="{5C61F3E4-731A-4493-B8A2-DFEAE6117579}" srcId="{4B22C1BE-77CA-4601-B350-FB03C635230D}" destId="{09EC2910-5E52-4C87-B87F-BA781AFAC07F}" srcOrd="0" destOrd="0" parTransId="{1B16A485-3ADB-480B-BBEA-204E500F9E17}" sibTransId="{BE9AB15F-0BE9-40A4-9500-8443246A4C91}"/>
    <dgm:cxn modelId="{5927DFEA-F98F-4A23-87BE-74F195F6A377}" srcId="{DF2000DE-4E0E-48B9-8DA8-AFF366096B79}" destId="{18F68F87-076B-4CEC-AC52-485DD9635DDB}" srcOrd="0" destOrd="0" parTransId="{150DEB9D-3840-4CC1-B44C-9FC6ECB4CDF2}" sibTransId="{500393AD-75A1-415F-8839-4D2BC5C2D435}"/>
    <dgm:cxn modelId="{6748AEEB-6126-4D7A-910B-97822BA9E0B9}" type="presOf" srcId="{EF5EDC9E-30C2-4039-9F3C-D6E1C9D7D7C6}" destId="{79696BB3-AE12-45F1-9FD5-03631BE6BD08}" srcOrd="1" destOrd="0" presId="urn:microsoft.com/office/officeart/2008/layout/HorizontalMultiLevelHierarchy"/>
    <dgm:cxn modelId="{B3A5B2EE-4272-46AD-A219-052DE844C7D5}" type="presOf" srcId="{68135281-4181-4BEE-8EA6-64A16A97AE00}" destId="{E00305F7-3C18-45A2-8A9C-DD07A1085F7D}" srcOrd="1" destOrd="0" presId="urn:microsoft.com/office/officeart/2008/layout/HorizontalMultiLevelHierarchy"/>
    <dgm:cxn modelId="{9E6122F6-4C32-4396-98B8-7E09AC718986}" type="presOf" srcId="{150DEB9D-3840-4CC1-B44C-9FC6ECB4CDF2}" destId="{4B4E71E3-9ED7-4D69-AB43-73E2CDDEB9CD}" srcOrd="0" destOrd="0" presId="urn:microsoft.com/office/officeart/2008/layout/HorizontalMultiLevelHierarchy"/>
    <dgm:cxn modelId="{44BC602B-7212-40AE-AFB1-5ADA64194B3C}" type="presParOf" srcId="{B0AE2196-B8B6-42BA-BC5E-8C1040430EF8}" destId="{C7182175-38BB-4ECD-8840-C504549BA935}" srcOrd="0" destOrd="0" presId="urn:microsoft.com/office/officeart/2008/layout/HorizontalMultiLevelHierarchy"/>
    <dgm:cxn modelId="{C8CAEE65-53EF-4B39-BC7F-0B8C0ACAC186}" type="presParOf" srcId="{C7182175-38BB-4ECD-8840-C504549BA935}" destId="{75C26DFC-FC67-4C06-989E-16C6E00D3B32}" srcOrd="0" destOrd="0" presId="urn:microsoft.com/office/officeart/2008/layout/HorizontalMultiLevelHierarchy"/>
    <dgm:cxn modelId="{D145A2C6-940E-460D-ADD5-B0F2ABDE7361}" type="presParOf" srcId="{C7182175-38BB-4ECD-8840-C504549BA935}" destId="{ABC31DAC-5027-4ACC-9BF4-EB4433A0E0AF}" srcOrd="1" destOrd="0" presId="urn:microsoft.com/office/officeart/2008/layout/HorizontalMultiLevelHierarchy"/>
    <dgm:cxn modelId="{5E97DCDB-19A6-4406-8975-303DF0435FF7}" type="presParOf" srcId="{ABC31DAC-5027-4ACC-9BF4-EB4433A0E0AF}" destId="{3046B561-C770-42DF-BB2A-5B6CC78A35B2}" srcOrd="0" destOrd="0" presId="urn:microsoft.com/office/officeart/2008/layout/HorizontalMultiLevelHierarchy"/>
    <dgm:cxn modelId="{24E620D8-BF65-420D-800B-19F9CCE341DE}" type="presParOf" srcId="{3046B561-C770-42DF-BB2A-5B6CC78A35B2}" destId="{BBEDB00D-93FE-43C1-80E2-8982B8863DF0}" srcOrd="0" destOrd="0" presId="urn:microsoft.com/office/officeart/2008/layout/HorizontalMultiLevelHierarchy"/>
    <dgm:cxn modelId="{2CFA300E-11A4-4597-9D12-86544200C253}" type="presParOf" srcId="{ABC31DAC-5027-4ACC-9BF4-EB4433A0E0AF}" destId="{50826B8B-F7D2-49E0-B24B-D2A1F7F0CF26}" srcOrd="1" destOrd="0" presId="urn:microsoft.com/office/officeart/2008/layout/HorizontalMultiLevelHierarchy"/>
    <dgm:cxn modelId="{3CA4F2E5-3894-4627-961A-3B2977EE5F51}" type="presParOf" srcId="{50826B8B-F7D2-49E0-B24B-D2A1F7F0CF26}" destId="{7C037BA4-D1A4-4F3C-83D3-DDE8ECB244F5}" srcOrd="0" destOrd="0" presId="urn:microsoft.com/office/officeart/2008/layout/HorizontalMultiLevelHierarchy"/>
    <dgm:cxn modelId="{B669CCF9-B876-4806-914C-3C3DEB4C0CD7}" type="presParOf" srcId="{50826B8B-F7D2-49E0-B24B-D2A1F7F0CF26}" destId="{401DA21A-0CB5-4450-8AD0-7A2EE041FF1E}" srcOrd="1" destOrd="0" presId="urn:microsoft.com/office/officeart/2008/layout/HorizontalMultiLevelHierarchy"/>
    <dgm:cxn modelId="{6607DFAA-A1D5-41F4-B2BB-6672F9FDA26C}" type="presParOf" srcId="{401DA21A-0CB5-4450-8AD0-7A2EE041FF1E}" destId="{837298DF-6267-4807-984D-013743A53B7C}" srcOrd="0" destOrd="0" presId="urn:microsoft.com/office/officeart/2008/layout/HorizontalMultiLevelHierarchy"/>
    <dgm:cxn modelId="{086BF907-2AD6-4054-BB4C-966D463F3B4E}" type="presParOf" srcId="{837298DF-6267-4807-984D-013743A53B7C}" destId="{E5851A8B-A00F-4546-AC19-824DCA558318}" srcOrd="0" destOrd="0" presId="urn:microsoft.com/office/officeart/2008/layout/HorizontalMultiLevelHierarchy"/>
    <dgm:cxn modelId="{508428D1-5D1F-4B6B-83B0-51FF71B349FE}" type="presParOf" srcId="{401DA21A-0CB5-4450-8AD0-7A2EE041FF1E}" destId="{66E4A95E-9F1E-45B4-818C-DF16DDAE7389}" srcOrd="1" destOrd="0" presId="urn:microsoft.com/office/officeart/2008/layout/HorizontalMultiLevelHierarchy"/>
    <dgm:cxn modelId="{7687F3E7-681B-4DF0-895D-DCCC8A27DBB6}" type="presParOf" srcId="{66E4A95E-9F1E-45B4-818C-DF16DDAE7389}" destId="{696DA65D-F253-4299-978A-93036289CB94}" srcOrd="0" destOrd="0" presId="urn:microsoft.com/office/officeart/2008/layout/HorizontalMultiLevelHierarchy"/>
    <dgm:cxn modelId="{E117C70F-7FCD-4166-9EC3-8E06F2ED53AC}" type="presParOf" srcId="{66E4A95E-9F1E-45B4-818C-DF16DDAE7389}" destId="{C7BA6CB6-6020-4E5B-BB0C-294E6E115DDB}" srcOrd="1" destOrd="0" presId="urn:microsoft.com/office/officeart/2008/layout/HorizontalMultiLevelHierarchy"/>
    <dgm:cxn modelId="{EE13FE8B-DF5C-421E-BE0B-267D30FC395E}" type="presParOf" srcId="{401DA21A-0CB5-4450-8AD0-7A2EE041FF1E}" destId="{86762600-C941-4385-97DD-1E923F823FA2}" srcOrd="2" destOrd="0" presId="urn:microsoft.com/office/officeart/2008/layout/HorizontalMultiLevelHierarchy"/>
    <dgm:cxn modelId="{4E5BC6AF-4189-4562-AC5D-C2262CBA2BFA}" type="presParOf" srcId="{86762600-C941-4385-97DD-1E923F823FA2}" destId="{E00305F7-3C18-45A2-8A9C-DD07A1085F7D}" srcOrd="0" destOrd="0" presId="urn:microsoft.com/office/officeart/2008/layout/HorizontalMultiLevelHierarchy"/>
    <dgm:cxn modelId="{5E95600A-81B0-47CE-BC4D-3F73D0791703}" type="presParOf" srcId="{401DA21A-0CB5-4450-8AD0-7A2EE041FF1E}" destId="{1EADA98B-962D-4AE2-A880-E4B43F6E1CBB}" srcOrd="3" destOrd="0" presId="urn:microsoft.com/office/officeart/2008/layout/HorizontalMultiLevelHierarchy"/>
    <dgm:cxn modelId="{981B9134-B7CA-4EF3-8F4F-D61148BA1469}" type="presParOf" srcId="{1EADA98B-962D-4AE2-A880-E4B43F6E1CBB}" destId="{C071415F-7A4D-46BA-B511-5583B71A343D}" srcOrd="0" destOrd="0" presId="urn:microsoft.com/office/officeart/2008/layout/HorizontalMultiLevelHierarchy"/>
    <dgm:cxn modelId="{6BA5B010-6B14-450A-958A-22B336AA61B1}" type="presParOf" srcId="{1EADA98B-962D-4AE2-A880-E4B43F6E1CBB}" destId="{07B4DD19-333C-4D22-886C-CA1747FBF952}" srcOrd="1" destOrd="0" presId="urn:microsoft.com/office/officeart/2008/layout/HorizontalMultiLevelHierarchy"/>
    <dgm:cxn modelId="{9CA8E3EF-1AD1-416B-8B8E-06C1990C7D48}" type="presParOf" srcId="{401DA21A-0CB5-4450-8AD0-7A2EE041FF1E}" destId="{8CE3128A-9163-4290-B494-C752D03DB86E}" srcOrd="4" destOrd="0" presId="urn:microsoft.com/office/officeart/2008/layout/HorizontalMultiLevelHierarchy"/>
    <dgm:cxn modelId="{88CDD64F-7BAC-4DF1-ADEE-871A5E156BCA}" type="presParOf" srcId="{8CE3128A-9163-4290-B494-C752D03DB86E}" destId="{F9E6A826-B620-4759-8F87-B2392FB68DE8}" srcOrd="0" destOrd="0" presId="urn:microsoft.com/office/officeart/2008/layout/HorizontalMultiLevelHierarchy"/>
    <dgm:cxn modelId="{B7A12831-1EB2-485F-A768-E67AE63627AB}" type="presParOf" srcId="{401DA21A-0CB5-4450-8AD0-7A2EE041FF1E}" destId="{3971CD59-2277-4B90-8745-16A2F258A697}" srcOrd="5" destOrd="0" presId="urn:microsoft.com/office/officeart/2008/layout/HorizontalMultiLevelHierarchy"/>
    <dgm:cxn modelId="{BBAAE8F6-9668-4823-9018-7AFC00D15D3C}" type="presParOf" srcId="{3971CD59-2277-4B90-8745-16A2F258A697}" destId="{B91A889B-354A-48AE-B926-A262722A5F1F}" srcOrd="0" destOrd="0" presId="urn:microsoft.com/office/officeart/2008/layout/HorizontalMultiLevelHierarchy"/>
    <dgm:cxn modelId="{318C9CCA-2870-4695-8F35-62CEB5D66A16}" type="presParOf" srcId="{3971CD59-2277-4B90-8745-16A2F258A697}" destId="{1D61243C-A635-4621-9132-B02CDBCB9B09}" srcOrd="1" destOrd="0" presId="urn:microsoft.com/office/officeart/2008/layout/HorizontalMultiLevelHierarchy"/>
    <dgm:cxn modelId="{598CBB9A-8E7D-48F0-BCBB-AF50C33FDEDC}" type="presParOf" srcId="{ABC31DAC-5027-4ACC-9BF4-EB4433A0E0AF}" destId="{BDA777ED-2EE2-4841-9FAB-D14B93E5ED5E}" srcOrd="2" destOrd="0" presId="urn:microsoft.com/office/officeart/2008/layout/HorizontalMultiLevelHierarchy"/>
    <dgm:cxn modelId="{E725FC1B-3FBE-4627-8D78-F8492D09F996}" type="presParOf" srcId="{BDA777ED-2EE2-4841-9FAB-D14B93E5ED5E}" destId="{79696BB3-AE12-45F1-9FD5-03631BE6BD08}" srcOrd="0" destOrd="0" presId="urn:microsoft.com/office/officeart/2008/layout/HorizontalMultiLevelHierarchy"/>
    <dgm:cxn modelId="{4C3B2A05-55E6-4A5C-8688-9228BFE7010A}" type="presParOf" srcId="{ABC31DAC-5027-4ACC-9BF4-EB4433A0E0AF}" destId="{B3BCB89B-6B61-411F-B0CF-605C865CA01D}" srcOrd="3" destOrd="0" presId="urn:microsoft.com/office/officeart/2008/layout/HorizontalMultiLevelHierarchy"/>
    <dgm:cxn modelId="{6ECD61D7-3F05-4E91-B4EF-B38836D24C43}" type="presParOf" srcId="{B3BCB89B-6B61-411F-B0CF-605C865CA01D}" destId="{E3C7FB3A-06D6-4108-9D1A-31AAEF3D0E8E}" srcOrd="0" destOrd="0" presId="urn:microsoft.com/office/officeart/2008/layout/HorizontalMultiLevelHierarchy"/>
    <dgm:cxn modelId="{8A069F6B-85F4-4C51-B72D-3BA5D2D3987C}" type="presParOf" srcId="{B3BCB89B-6B61-411F-B0CF-605C865CA01D}" destId="{EB3BCFAF-A191-417C-820D-689D649BA569}" srcOrd="1" destOrd="0" presId="urn:microsoft.com/office/officeart/2008/layout/HorizontalMultiLevelHierarchy"/>
    <dgm:cxn modelId="{A5D39F91-24FE-49C1-B0FE-E45725503B26}" type="presParOf" srcId="{EB3BCFAF-A191-417C-820D-689D649BA569}" destId="{A0F9D02C-C981-4641-B18B-E933A7CA3C68}" srcOrd="0" destOrd="0" presId="urn:microsoft.com/office/officeart/2008/layout/HorizontalMultiLevelHierarchy"/>
    <dgm:cxn modelId="{25ECAB99-9574-4522-B62C-22854A3242BF}" type="presParOf" srcId="{A0F9D02C-C981-4641-B18B-E933A7CA3C68}" destId="{0B31628F-C08F-49C7-A766-93C54CC4C2AF}" srcOrd="0" destOrd="0" presId="urn:microsoft.com/office/officeart/2008/layout/HorizontalMultiLevelHierarchy"/>
    <dgm:cxn modelId="{E3C54B51-954B-43F8-8D49-08DD371BCDCE}" type="presParOf" srcId="{EB3BCFAF-A191-417C-820D-689D649BA569}" destId="{77E8D094-012A-4564-843D-CE349A220AD8}" srcOrd="1" destOrd="0" presId="urn:microsoft.com/office/officeart/2008/layout/HorizontalMultiLevelHierarchy"/>
    <dgm:cxn modelId="{4163B959-23B5-424A-A27A-2080189AA5C5}" type="presParOf" srcId="{77E8D094-012A-4564-843D-CE349A220AD8}" destId="{18AD244E-4224-43B7-B342-BE6A23DBC666}" srcOrd="0" destOrd="0" presId="urn:microsoft.com/office/officeart/2008/layout/HorizontalMultiLevelHierarchy"/>
    <dgm:cxn modelId="{77C465C6-C336-4463-8605-56EC13858159}" type="presParOf" srcId="{77E8D094-012A-4564-843D-CE349A220AD8}" destId="{CCBAC7C4-C24C-410B-8694-4F25A4F625A2}" srcOrd="1" destOrd="0" presId="urn:microsoft.com/office/officeart/2008/layout/HorizontalMultiLevelHierarchy"/>
    <dgm:cxn modelId="{12F48A66-F9DA-4B23-85F6-BF7EF896E376}" type="presParOf" srcId="{EB3BCFAF-A191-417C-820D-689D649BA569}" destId="{913D8877-5855-4770-90F9-FB1717F45990}" srcOrd="2" destOrd="0" presId="urn:microsoft.com/office/officeart/2008/layout/HorizontalMultiLevelHierarchy"/>
    <dgm:cxn modelId="{072E8D3C-0122-45B5-841C-2EBD747B67A9}" type="presParOf" srcId="{913D8877-5855-4770-90F9-FB1717F45990}" destId="{A6B68E25-6F01-4C55-89BC-4D16AD1F51E7}" srcOrd="0" destOrd="0" presId="urn:microsoft.com/office/officeart/2008/layout/HorizontalMultiLevelHierarchy"/>
    <dgm:cxn modelId="{09B1D226-9033-4EC5-BA0B-6F56736FECF4}" type="presParOf" srcId="{EB3BCFAF-A191-417C-820D-689D649BA569}" destId="{7C01E741-9025-45A2-85E1-165FA20BE2DA}" srcOrd="3" destOrd="0" presId="urn:microsoft.com/office/officeart/2008/layout/HorizontalMultiLevelHierarchy"/>
    <dgm:cxn modelId="{4DE07D75-DC2E-41A1-8456-0B46F6BF4469}" type="presParOf" srcId="{7C01E741-9025-45A2-85E1-165FA20BE2DA}" destId="{40809974-34E4-4D40-8BDB-728D06D9C200}" srcOrd="0" destOrd="0" presId="urn:microsoft.com/office/officeart/2008/layout/HorizontalMultiLevelHierarchy"/>
    <dgm:cxn modelId="{93A02066-F130-4CA2-B527-946A67FE53D1}" type="presParOf" srcId="{7C01E741-9025-45A2-85E1-165FA20BE2DA}" destId="{7D94CCA8-5286-4C7D-8EE5-708FDFFB16B5}" srcOrd="1" destOrd="0" presId="urn:microsoft.com/office/officeart/2008/layout/HorizontalMultiLevelHierarchy"/>
    <dgm:cxn modelId="{EB6891DF-9B06-443C-86AE-D711548C2246}" type="presParOf" srcId="{ABC31DAC-5027-4ACC-9BF4-EB4433A0E0AF}" destId="{C20DEB29-EFB7-4497-B3AD-B850F5DD7CDF}" srcOrd="4" destOrd="0" presId="urn:microsoft.com/office/officeart/2008/layout/HorizontalMultiLevelHierarchy"/>
    <dgm:cxn modelId="{01A9ECB9-F6FC-4EF6-A195-6F7A3036B7AC}" type="presParOf" srcId="{C20DEB29-EFB7-4497-B3AD-B850F5DD7CDF}" destId="{6A39DA11-A796-402D-A620-83730460E66C}" srcOrd="0" destOrd="0" presId="urn:microsoft.com/office/officeart/2008/layout/HorizontalMultiLevelHierarchy"/>
    <dgm:cxn modelId="{DA6D7C4D-1BAD-4244-A01B-F600ECE49B02}" type="presParOf" srcId="{ABC31DAC-5027-4ACC-9BF4-EB4433A0E0AF}" destId="{E42CC891-9618-4F0A-8EC1-2909F206E642}" srcOrd="5" destOrd="0" presId="urn:microsoft.com/office/officeart/2008/layout/HorizontalMultiLevelHierarchy"/>
    <dgm:cxn modelId="{39D764BD-0477-4449-BAF4-DEB71CD89AE6}" type="presParOf" srcId="{E42CC891-9618-4F0A-8EC1-2909F206E642}" destId="{09F975F6-EAA0-4C4A-B5AD-52121D5416EC}" srcOrd="0" destOrd="0" presId="urn:microsoft.com/office/officeart/2008/layout/HorizontalMultiLevelHierarchy"/>
    <dgm:cxn modelId="{369B3BA3-701E-47B4-B8BE-E891D21E285C}" type="presParOf" srcId="{E42CC891-9618-4F0A-8EC1-2909F206E642}" destId="{7F8C2AFF-4FE7-4B46-8F4A-EE7DE649747E}" srcOrd="1" destOrd="0" presId="urn:microsoft.com/office/officeart/2008/layout/HorizontalMultiLevelHierarchy"/>
    <dgm:cxn modelId="{5670D4DC-D06B-45BA-B0EB-8C07C3B65550}" type="presParOf" srcId="{7F8C2AFF-4FE7-4B46-8F4A-EE7DE649747E}" destId="{4B4E71E3-9ED7-4D69-AB43-73E2CDDEB9CD}" srcOrd="0" destOrd="0" presId="urn:microsoft.com/office/officeart/2008/layout/HorizontalMultiLevelHierarchy"/>
    <dgm:cxn modelId="{EBBFD9EA-9FC4-438E-A543-909ECAC154B2}" type="presParOf" srcId="{4B4E71E3-9ED7-4D69-AB43-73E2CDDEB9CD}" destId="{A620277B-8F6F-4D78-85CF-BB801D6C43CE}" srcOrd="0" destOrd="0" presId="urn:microsoft.com/office/officeart/2008/layout/HorizontalMultiLevelHierarchy"/>
    <dgm:cxn modelId="{57E0A5AB-B930-44C5-B27E-AE837615B8C3}" type="presParOf" srcId="{7F8C2AFF-4FE7-4B46-8F4A-EE7DE649747E}" destId="{0BD9A677-0AE2-4FF4-B650-5C61D0D18F38}" srcOrd="1" destOrd="0" presId="urn:microsoft.com/office/officeart/2008/layout/HorizontalMultiLevelHierarchy"/>
    <dgm:cxn modelId="{3BDD605C-2065-4E40-AAF1-1A3C585CF28B}" type="presParOf" srcId="{0BD9A677-0AE2-4FF4-B650-5C61D0D18F38}" destId="{2B536F3D-6EDE-4060-8284-F0CF189AF425}" srcOrd="0" destOrd="0" presId="urn:microsoft.com/office/officeart/2008/layout/HorizontalMultiLevelHierarchy"/>
    <dgm:cxn modelId="{0C984586-819B-4EE7-858F-348058A00BAB}" type="presParOf" srcId="{0BD9A677-0AE2-4FF4-B650-5C61D0D18F38}" destId="{63B69FCA-5DDB-4F43-B58E-9D44F6769ADF}" srcOrd="1" destOrd="0" presId="urn:microsoft.com/office/officeart/2008/layout/HorizontalMultiLevelHierarchy"/>
    <dgm:cxn modelId="{D9ABFB5B-1C20-4E85-ADE7-A5EC57DD1E1F}" type="presParOf" srcId="{7F8C2AFF-4FE7-4B46-8F4A-EE7DE649747E}" destId="{7948F63A-1D90-4271-8EAA-FB64F0A33E58}" srcOrd="2" destOrd="0" presId="urn:microsoft.com/office/officeart/2008/layout/HorizontalMultiLevelHierarchy"/>
    <dgm:cxn modelId="{7FE154DD-0E04-4C11-A7AF-9ABBAF0A6657}" type="presParOf" srcId="{7948F63A-1D90-4271-8EAA-FB64F0A33E58}" destId="{F908FD8B-D55E-40E5-B156-ED1EBE29116A}" srcOrd="0" destOrd="0" presId="urn:microsoft.com/office/officeart/2008/layout/HorizontalMultiLevelHierarchy"/>
    <dgm:cxn modelId="{A7754E40-BF07-4823-ABFB-9D91CECDEDC7}" type="presParOf" srcId="{7F8C2AFF-4FE7-4B46-8F4A-EE7DE649747E}" destId="{59D55725-4FE4-45AF-B068-1348C5612D4C}" srcOrd="3" destOrd="0" presId="urn:microsoft.com/office/officeart/2008/layout/HorizontalMultiLevelHierarchy"/>
    <dgm:cxn modelId="{5A6CF650-ACE9-440A-B27B-0576079517F3}" type="presParOf" srcId="{59D55725-4FE4-45AF-B068-1348C5612D4C}" destId="{500AB88C-D9A3-4118-9AA8-3C12D1664A88}" srcOrd="0" destOrd="0" presId="urn:microsoft.com/office/officeart/2008/layout/HorizontalMultiLevelHierarchy"/>
    <dgm:cxn modelId="{74744BD2-9761-4485-9155-71BBE3E691F7}" type="presParOf" srcId="{59D55725-4FE4-45AF-B068-1348C5612D4C}" destId="{4E648045-933D-4A08-A6E7-7274CD512A75}" srcOrd="1" destOrd="0" presId="urn:microsoft.com/office/officeart/2008/layout/HorizontalMultiLevelHierarchy"/>
  </dgm:cxnLst>
  <dgm:bg/>
  <dgm:whole>
    <a:ln>
      <a:solidFill>
        <a:schemeClr val="bg1"/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48F63A-1D90-4271-8EAA-FB64F0A33E58}">
      <dsp:nvSpPr>
        <dsp:cNvPr id="0" name=""/>
        <dsp:cNvSpPr/>
      </dsp:nvSpPr>
      <dsp:spPr>
        <a:xfrm>
          <a:off x="2960541" y="3935895"/>
          <a:ext cx="320026" cy="3326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013" y="0"/>
              </a:lnTo>
              <a:lnTo>
                <a:pt x="160013" y="332637"/>
              </a:lnTo>
              <a:lnTo>
                <a:pt x="320026" y="3326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3109014" y="4090674"/>
        <a:ext cx="23079" cy="23079"/>
      </dsp:txXfrm>
    </dsp:sp>
    <dsp:sp modelId="{4B4E71E3-9ED7-4D69-AB43-73E2CDDEB9CD}">
      <dsp:nvSpPr>
        <dsp:cNvPr id="0" name=""/>
        <dsp:cNvSpPr/>
      </dsp:nvSpPr>
      <dsp:spPr>
        <a:xfrm>
          <a:off x="2960541" y="3603258"/>
          <a:ext cx="320026" cy="332637"/>
        </a:xfrm>
        <a:custGeom>
          <a:avLst/>
          <a:gdLst/>
          <a:ahLst/>
          <a:cxnLst/>
          <a:rect l="0" t="0" r="0" b="0"/>
          <a:pathLst>
            <a:path>
              <a:moveTo>
                <a:pt x="0" y="332637"/>
              </a:moveTo>
              <a:lnTo>
                <a:pt x="160013" y="332637"/>
              </a:lnTo>
              <a:lnTo>
                <a:pt x="160013" y="0"/>
              </a:lnTo>
              <a:lnTo>
                <a:pt x="320026" y="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3109014" y="3758037"/>
        <a:ext cx="23079" cy="23079"/>
      </dsp:txXfrm>
    </dsp:sp>
    <dsp:sp modelId="{C20DEB29-EFB7-4497-B3AD-B850F5DD7CDF}">
      <dsp:nvSpPr>
        <dsp:cNvPr id="0" name=""/>
        <dsp:cNvSpPr/>
      </dsp:nvSpPr>
      <dsp:spPr>
        <a:xfrm>
          <a:off x="1040383" y="2439028"/>
          <a:ext cx="320026" cy="14968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013" y="0"/>
              </a:lnTo>
              <a:lnTo>
                <a:pt x="160013" y="1496867"/>
              </a:lnTo>
              <a:lnTo>
                <a:pt x="320026" y="149686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1162129" y="3149194"/>
        <a:ext cx="76534" cy="76534"/>
      </dsp:txXfrm>
    </dsp:sp>
    <dsp:sp modelId="{913D8877-5855-4770-90F9-FB1717F45990}">
      <dsp:nvSpPr>
        <dsp:cNvPr id="0" name=""/>
        <dsp:cNvSpPr/>
      </dsp:nvSpPr>
      <dsp:spPr>
        <a:xfrm>
          <a:off x="2960541" y="2605347"/>
          <a:ext cx="320026" cy="3326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013" y="0"/>
              </a:lnTo>
              <a:lnTo>
                <a:pt x="160013" y="332637"/>
              </a:lnTo>
              <a:lnTo>
                <a:pt x="320026" y="3326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b="1" kern="1200">
            <a:solidFill>
              <a:schemeClr val="tx1"/>
            </a:solidFill>
          </a:endParaRPr>
        </a:p>
      </dsp:txBody>
      <dsp:txXfrm>
        <a:off x="3109014" y="2760125"/>
        <a:ext cx="23079" cy="23079"/>
      </dsp:txXfrm>
    </dsp:sp>
    <dsp:sp modelId="{A0F9D02C-C981-4641-B18B-E933A7CA3C68}">
      <dsp:nvSpPr>
        <dsp:cNvPr id="0" name=""/>
        <dsp:cNvSpPr/>
      </dsp:nvSpPr>
      <dsp:spPr>
        <a:xfrm>
          <a:off x="2960541" y="2272710"/>
          <a:ext cx="320026" cy="332637"/>
        </a:xfrm>
        <a:custGeom>
          <a:avLst/>
          <a:gdLst/>
          <a:ahLst/>
          <a:cxnLst/>
          <a:rect l="0" t="0" r="0" b="0"/>
          <a:pathLst>
            <a:path>
              <a:moveTo>
                <a:pt x="0" y="332637"/>
              </a:moveTo>
              <a:lnTo>
                <a:pt x="160013" y="332637"/>
              </a:lnTo>
              <a:lnTo>
                <a:pt x="160013" y="0"/>
              </a:lnTo>
              <a:lnTo>
                <a:pt x="320026" y="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b="1" kern="1200">
            <a:solidFill>
              <a:schemeClr val="tx1"/>
            </a:solidFill>
          </a:endParaRPr>
        </a:p>
      </dsp:txBody>
      <dsp:txXfrm>
        <a:off x="3109014" y="2427488"/>
        <a:ext cx="23079" cy="23079"/>
      </dsp:txXfrm>
    </dsp:sp>
    <dsp:sp modelId="{BDA777ED-2EE2-4841-9FAB-D14B93E5ED5E}">
      <dsp:nvSpPr>
        <dsp:cNvPr id="0" name=""/>
        <dsp:cNvSpPr/>
      </dsp:nvSpPr>
      <dsp:spPr>
        <a:xfrm>
          <a:off x="1040383" y="2439028"/>
          <a:ext cx="320026" cy="1663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013" y="0"/>
              </a:lnTo>
              <a:lnTo>
                <a:pt x="160013" y="166318"/>
              </a:lnTo>
              <a:lnTo>
                <a:pt x="320026" y="16631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b="1" kern="1200">
            <a:solidFill>
              <a:schemeClr val="tx1"/>
            </a:solidFill>
          </a:endParaRPr>
        </a:p>
      </dsp:txBody>
      <dsp:txXfrm>
        <a:off x="1191379" y="2513171"/>
        <a:ext cx="18033" cy="18033"/>
      </dsp:txXfrm>
    </dsp:sp>
    <dsp:sp modelId="{8CE3128A-9163-4290-B494-C752D03DB86E}">
      <dsp:nvSpPr>
        <dsp:cNvPr id="0" name=""/>
        <dsp:cNvSpPr/>
      </dsp:nvSpPr>
      <dsp:spPr>
        <a:xfrm>
          <a:off x="2960541" y="942161"/>
          <a:ext cx="320026" cy="6652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013" y="0"/>
              </a:lnTo>
              <a:lnTo>
                <a:pt x="160013" y="665274"/>
              </a:lnTo>
              <a:lnTo>
                <a:pt x="320026" y="66527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3102098" y="1256342"/>
        <a:ext cx="36912" cy="36912"/>
      </dsp:txXfrm>
    </dsp:sp>
    <dsp:sp modelId="{86762600-C941-4385-97DD-1E923F823FA2}">
      <dsp:nvSpPr>
        <dsp:cNvPr id="0" name=""/>
        <dsp:cNvSpPr/>
      </dsp:nvSpPr>
      <dsp:spPr>
        <a:xfrm>
          <a:off x="2960541" y="896441"/>
          <a:ext cx="3200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026" y="4572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b="1" kern="1200">
            <a:solidFill>
              <a:schemeClr val="tx1"/>
            </a:solidFill>
          </a:endParaRPr>
        </a:p>
      </dsp:txBody>
      <dsp:txXfrm>
        <a:off x="3112554" y="934160"/>
        <a:ext cx="16001" cy="16001"/>
      </dsp:txXfrm>
    </dsp:sp>
    <dsp:sp modelId="{837298DF-6267-4807-984D-013743A53B7C}">
      <dsp:nvSpPr>
        <dsp:cNvPr id="0" name=""/>
        <dsp:cNvSpPr/>
      </dsp:nvSpPr>
      <dsp:spPr>
        <a:xfrm>
          <a:off x="2960541" y="276887"/>
          <a:ext cx="320026" cy="665274"/>
        </a:xfrm>
        <a:custGeom>
          <a:avLst/>
          <a:gdLst/>
          <a:ahLst/>
          <a:cxnLst/>
          <a:rect l="0" t="0" r="0" b="0"/>
          <a:pathLst>
            <a:path>
              <a:moveTo>
                <a:pt x="0" y="665274"/>
              </a:moveTo>
              <a:lnTo>
                <a:pt x="160013" y="665274"/>
              </a:lnTo>
              <a:lnTo>
                <a:pt x="160013" y="0"/>
              </a:lnTo>
              <a:lnTo>
                <a:pt x="320026" y="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b="1" kern="1200">
            <a:solidFill>
              <a:schemeClr val="tx1"/>
            </a:solidFill>
          </a:endParaRPr>
        </a:p>
      </dsp:txBody>
      <dsp:txXfrm>
        <a:off x="3102098" y="591068"/>
        <a:ext cx="36912" cy="36912"/>
      </dsp:txXfrm>
    </dsp:sp>
    <dsp:sp modelId="{3046B561-C770-42DF-BB2A-5B6CC78A35B2}">
      <dsp:nvSpPr>
        <dsp:cNvPr id="0" name=""/>
        <dsp:cNvSpPr/>
      </dsp:nvSpPr>
      <dsp:spPr>
        <a:xfrm>
          <a:off x="1040383" y="942161"/>
          <a:ext cx="320026" cy="1496867"/>
        </a:xfrm>
        <a:custGeom>
          <a:avLst/>
          <a:gdLst/>
          <a:ahLst/>
          <a:cxnLst/>
          <a:rect l="0" t="0" r="0" b="0"/>
          <a:pathLst>
            <a:path>
              <a:moveTo>
                <a:pt x="0" y="1496867"/>
              </a:moveTo>
              <a:lnTo>
                <a:pt x="160013" y="1496867"/>
              </a:lnTo>
              <a:lnTo>
                <a:pt x="160013" y="0"/>
              </a:lnTo>
              <a:lnTo>
                <a:pt x="320026" y="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b="1" kern="1200">
            <a:solidFill>
              <a:schemeClr val="tx1"/>
            </a:solidFill>
          </a:endParaRPr>
        </a:p>
      </dsp:txBody>
      <dsp:txXfrm>
        <a:off x="1162129" y="1652327"/>
        <a:ext cx="76534" cy="76534"/>
      </dsp:txXfrm>
    </dsp:sp>
    <dsp:sp modelId="{75C26DFC-FC67-4C06-989E-16C6E00D3B32}">
      <dsp:nvSpPr>
        <dsp:cNvPr id="0" name=""/>
        <dsp:cNvSpPr/>
      </dsp:nvSpPr>
      <dsp:spPr>
        <a:xfrm rot="16200000">
          <a:off x="86594" y="2195106"/>
          <a:ext cx="1419731" cy="48784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变量分类</a:t>
          </a:r>
          <a:endParaRPr lang="zh-CN" altLang="en-US" sz="1300" b="1" kern="1200" dirty="0"/>
        </a:p>
      </dsp:txBody>
      <dsp:txXfrm>
        <a:off x="86594" y="2195106"/>
        <a:ext cx="1419731" cy="487845"/>
      </dsp:txXfrm>
    </dsp:sp>
    <dsp:sp modelId="{7C037BA4-D1A4-4F3C-83D3-DDE8ECB244F5}">
      <dsp:nvSpPr>
        <dsp:cNvPr id="0" name=""/>
        <dsp:cNvSpPr/>
      </dsp:nvSpPr>
      <dsp:spPr>
        <a:xfrm>
          <a:off x="1360409" y="618846"/>
          <a:ext cx="1600131" cy="646628"/>
        </a:xfrm>
        <a:prstGeom prst="hexag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类别变量</a:t>
          </a:r>
          <a:endParaRPr lang="en-US" altLang="zh-CN" sz="1300" b="1" kern="120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（定性）</a:t>
          </a:r>
          <a:endParaRPr lang="zh-CN" altLang="en-US" sz="1300" b="1" kern="1200" dirty="0"/>
        </a:p>
      </dsp:txBody>
      <dsp:txXfrm>
        <a:off x="1547639" y="694507"/>
        <a:ext cx="1225671" cy="495306"/>
      </dsp:txXfrm>
    </dsp:sp>
    <dsp:sp modelId="{696DA65D-F253-4299-978A-93036289CB94}">
      <dsp:nvSpPr>
        <dsp:cNvPr id="0" name=""/>
        <dsp:cNvSpPr/>
      </dsp:nvSpPr>
      <dsp:spPr>
        <a:xfrm>
          <a:off x="3280567" y="5230"/>
          <a:ext cx="1600131" cy="5433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无序类别变量</a:t>
          </a:r>
          <a:endParaRPr lang="en-US" altLang="zh-CN" sz="1300" b="1" kern="120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（名义值）</a:t>
          </a:r>
          <a:endParaRPr lang="zh-CN" altLang="en-US" sz="1300" b="1" kern="1200" dirty="0"/>
        </a:p>
      </dsp:txBody>
      <dsp:txXfrm>
        <a:off x="3280567" y="5230"/>
        <a:ext cx="1600131" cy="543313"/>
      </dsp:txXfrm>
    </dsp:sp>
    <dsp:sp modelId="{C071415F-7A4D-46BA-B511-5583B71A343D}">
      <dsp:nvSpPr>
        <dsp:cNvPr id="0" name=""/>
        <dsp:cNvSpPr/>
      </dsp:nvSpPr>
      <dsp:spPr>
        <a:xfrm>
          <a:off x="3280567" y="670504"/>
          <a:ext cx="1600131" cy="5433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有序类别变量</a:t>
          </a:r>
          <a:endParaRPr lang="en-US" altLang="zh-CN" sz="1300" b="1" kern="120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（顺序值）</a:t>
          </a:r>
          <a:endParaRPr lang="zh-CN" altLang="en-US" sz="1300" b="1" kern="1200" dirty="0"/>
        </a:p>
      </dsp:txBody>
      <dsp:txXfrm>
        <a:off x="3280567" y="670504"/>
        <a:ext cx="1600131" cy="543313"/>
      </dsp:txXfrm>
    </dsp:sp>
    <dsp:sp modelId="{B91A889B-354A-48AE-B926-A262722A5F1F}">
      <dsp:nvSpPr>
        <dsp:cNvPr id="0" name=""/>
        <dsp:cNvSpPr/>
      </dsp:nvSpPr>
      <dsp:spPr>
        <a:xfrm>
          <a:off x="3280567" y="1335779"/>
          <a:ext cx="1600131" cy="5433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布尔变量</a:t>
          </a:r>
          <a:endParaRPr lang="en-US" altLang="zh-CN" sz="1300" b="1" kern="120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（二值）</a:t>
          </a:r>
          <a:endParaRPr lang="zh-CN" altLang="en-US" sz="1300" b="1" kern="1200" dirty="0"/>
        </a:p>
      </dsp:txBody>
      <dsp:txXfrm>
        <a:off x="3280567" y="1335779"/>
        <a:ext cx="1600131" cy="543313"/>
      </dsp:txXfrm>
    </dsp:sp>
    <dsp:sp modelId="{E3C7FB3A-06D6-4108-9D1A-31AAEF3D0E8E}">
      <dsp:nvSpPr>
        <dsp:cNvPr id="0" name=""/>
        <dsp:cNvSpPr/>
      </dsp:nvSpPr>
      <dsp:spPr>
        <a:xfrm>
          <a:off x="1360409" y="2282032"/>
          <a:ext cx="1600131" cy="646628"/>
        </a:xfrm>
        <a:prstGeom prst="hexag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数值变量</a:t>
          </a:r>
          <a:endParaRPr lang="en-US" altLang="zh-CN" sz="1300" b="1" kern="120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（定量）</a:t>
          </a:r>
          <a:endParaRPr lang="zh-CN" altLang="en-US" sz="1300" b="1" kern="1200" dirty="0"/>
        </a:p>
      </dsp:txBody>
      <dsp:txXfrm>
        <a:off x="1547639" y="2357693"/>
        <a:ext cx="1225671" cy="495306"/>
      </dsp:txXfrm>
    </dsp:sp>
    <dsp:sp modelId="{18AD244E-4224-43B7-B342-BE6A23DBC666}">
      <dsp:nvSpPr>
        <dsp:cNvPr id="0" name=""/>
        <dsp:cNvSpPr/>
      </dsp:nvSpPr>
      <dsp:spPr>
        <a:xfrm>
          <a:off x="3280567" y="2001053"/>
          <a:ext cx="1600131" cy="5433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离散变量</a:t>
          </a:r>
          <a:endParaRPr lang="en-US" altLang="zh-CN" sz="1300" b="1" kern="120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（离散值）</a:t>
          </a:r>
          <a:endParaRPr lang="zh-CN" altLang="en-US" sz="1300" b="1" kern="1200" dirty="0"/>
        </a:p>
      </dsp:txBody>
      <dsp:txXfrm>
        <a:off x="3280567" y="2001053"/>
        <a:ext cx="1600131" cy="543313"/>
      </dsp:txXfrm>
    </dsp:sp>
    <dsp:sp modelId="{40809974-34E4-4D40-8BDB-728D06D9C200}">
      <dsp:nvSpPr>
        <dsp:cNvPr id="0" name=""/>
        <dsp:cNvSpPr/>
      </dsp:nvSpPr>
      <dsp:spPr>
        <a:xfrm>
          <a:off x="3280567" y="2666327"/>
          <a:ext cx="1600131" cy="5433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连续变量</a:t>
          </a:r>
          <a:endParaRPr lang="en-US" altLang="zh-CN" sz="1300" b="1" kern="120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（连续值）</a:t>
          </a:r>
          <a:endParaRPr lang="zh-CN" altLang="en-US" sz="1300" b="1" kern="1200" dirty="0"/>
        </a:p>
      </dsp:txBody>
      <dsp:txXfrm>
        <a:off x="3280567" y="2666327"/>
        <a:ext cx="1600131" cy="543313"/>
      </dsp:txXfrm>
    </dsp:sp>
    <dsp:sp modelId="{09F975F6-EAA0-4C4A-B5AD-52121D5416EC}">
      <dsp:nvSpPr>
        <dsp:cNvPr id="0" name=""/>
        <dsp:cNvSpPr/>
      </dsp:nvSpPr>
      <dsp:spPr>
        <a:xfrm>
          <a:off x="1360409" y="3612581"/>
          <a:ext cx="1600131" cy="646628"/>
        </a:xfrm>
        <a:prstGeom prst="hexag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时间变量</a:t>
          </a:r>
          <a:endParaRPr lang="en-US" altLang="zh-CN" sz="1300" b="1" kern="120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（定性或定量）</a:t>
          </a:r>
          <a:endParaRPr lang="en-US" altLang="zh-CN" sz="1300" b="1" kern="1200" dirty="0"/>
        </a:p>
      </dsp:txBody>
      <dsp:txXfrm>
        <a:off x="1547639" y="3688242"/>
        <a:ext cx="1225671" cy="495306"/>
      </dsp:txXfrm>
    </dsp:sp>
    <dsp:sp modelId="{2B536F3D-6EDE-4060-8284-F0CF189AF425}">
      <dsp:nvSpPr>
        <dsp:cNvPr id="0" name=""/>
        <dsp:cNvSpPr/>
      </dsp:nvSpPr>
      <dsp:spPr>
        <a:xfrm>
          <a:off x="3280567" y="3331602"/>
          <a:ext cx="1600131" cy="5433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定性：离散值</a:t>
          </a:r>
          <a:endParaRPr lang="zh-CN" altLang="en-US" sz="1300" b="1" kern="1200" dirty="0"/>
        </a:p>
      </dsp:txBody>
      <dsp:txXfrm>
        <a:off x="3280567" y="3331602"/>
        <a:ext cx="1600131" cy="543313"/>
      </dsp:txXfrm>
    </dsp:sp>
    <dsp:sp modelId="{500AB88C-D9A3-4118-9AA8-3C12D1664A88}">
      <dsp:nvSpPr>
        <dsp:cNvPr id="0" name=""/>
        <dsp:cNvSpPr/>
      </dsp:nvSpPr>
      <dsp:spPr>
        <a:xfrm>
          <a:off x="3280567" y="3996876"/>
          <a:ext cx="1600131" cy="5433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/>
            <a:t>定量：连续值</a:t>
          </a:r>
          <a:endParaRPr lang="zh-CN" altLang="en-US" sz="1300" b="1" kern="1200" dirty="0"/>
        </a:p>
      </dsp:txBody>
      <dsp:txXfrm>
        <a:off x="3280567" y="3996876"/>
        <a:ext cx="1600131" cy="5433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6B7C808-78DA-6FD5-4EC4-C3E9D6934C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127A3B-62B4-6B86-17FC-5054394EB9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A9957-1F4C-415A-B9BF-0C2246562C1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6C3330-0FD4-DCC3-749A-8A2CC9ECA4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A20B20-5554-3D34-E541-760055E053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688A9-F397-4CD8-846B-752EE07986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3224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31:52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1334 52 24575,'-2'-1'0,"0"0"0,1 0 0,-1 0 0,0 0 0,0 0 0,0 0 0,0 0 0,0 1 0,0-1 0,0 1 0,0-1 0,-3 1 0,-28-1 0,21 1 0,-409-2 0,209 3 0,206 0 0,-1-1 0,0 1 0,1 1 0,-1-1 0,1 1 0,-1 0 0,1 0 0,0 1 0,-9 5 0,-7 5 0,-24 20 0,10-7 0,-37 24 0,-102 92 0,126-100 0,-13 12 0,54-46 0,1 0 0,0 1 0,0 0 0,1 0 0,-8 15 0,6-8 0,1-1 0,0 1 0,2 1 0,-8 31 0,12-41 0,0 0 0,1 0 0,0 0 0,0 0 0,0 0 0,1 0 0,0 0 0,0-1 0,1 1 0,0 0 0,0 0 0,1-1 0,0 1 0,0-1 0,4 6 0,2 3 0,1-1 0,1 0 0,0-1 0,1 0 0,26 21 0,-29-26 0,2-1 0,-1-1 0,1 0 0,0 0 0,0-1 0,1 0 0,-1-1 0,1 0 0,13 2 0,43 2 0,-48-7 0,-1 1 0,1 1 0,23 7 0,212 58 0,-100-30 0,-44-8 0,253 71 0,-335-93 0,0-1 0,0-1 0,31 2 0,66 9 0,266-14 0,-217-4 0,-70 2 0,131-4 0,-182 0 0,0-3 0,71-16 0,-90 13 0,6 0 0,51-19 0,-87 26 0,0-1 0,0 1 0,0-1 0,0 0 0,-1 0 0,1-1 0,-1 1 0,0-1 0,0 0 0,0 0 0,0-1 0,-1 1 0,0-1 0,1 1 0,-2-1 0,1 0 0,-1 0 0,1-1 0,-1 1 0,-1 0 0,1-1 0,0-5 0,1-9 0,-1 0 0,-1 0 0,-1 0 0,-5-38 0,4 49 0,-1 1 0,0-1 0,-1 1 0,0-1 0,0 1 0,-1 0 0,0 0 0,0 0 0,-1 0 0,0 1 0,0 0 0,-12-12 0,-6-4 0,-1 1 0,-31-21 0,37 29 0,-31-25 0,2-2 0,-62-71 0,95 96 0,-1 0 0,-1 1 0,-1 1 0,-27-19 0,4 6 0,14 9 0,-1 1 0,-1 1 0,-42-18 0,-201-76 0,223 91 0,-173-72 0,205 85 0,0 0 0,0 2 0,0 0 0,-1 0 0,-31-1 0,-87 6 0,56 1 0,-46-2-1365,109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31:55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1533 266 24575,'-169'0'0,"-330"5"0,464-3 0,0 1 0,0 1 0,0 2 0,-61 20 0,11 1 0,28-10 0,-58 27 0,98-37 0,1 2 0,-1 0 0,1 1 0,1 1 0,0 0 0,0 1 0,-19 22 0,8-1 0,1 0 0,2 1 0,1 2 0,-27 62 0,33-59 0,2 1 0,1 0 0,-7 47 0,13-41 0,-5 88 0,14 48 0,0-84 0,-2-90 0,1 0 0,0 0 0,1 0 0,0-1 0,0 1 0,0 0 0,1-1 0,5 11 0,5 4 0,18 25 0,-25-38 0,10 15 0,1-1 0,1 0 0,1-2 0,1 0 0,32 25 0,-38-37 0,0-1 0,26 11 0,-14-7 0,9 3 0,1-2 0,1-2 0,49 10 0,-20-6 0,58 11 0,0-5 0,193 7 0,258-26 0,-305-6 0,-185 5 0,1 0 0,148-17 0,-181 4 0,-1-1 0,83-35 0,-8 4 0,166-55 0,-12-24 0,-273 118 0,1 0 0,-1-1 0,0 0 0,0-1 0,-1 1 0,0-2 0,0 1 0,-1-1 0,0 0 0,0 0 0,0 0 0,-1-1 0,-1 0 0,0 0 0,0 0 0,4-13 0,11-35 0,-2 0 0,13-80 0,-27 107 0,0 0 0,-2 0 0,-1 0 0,-2 0 0,-5-31 0,5 50 0,0 1 0,0-1 0,-2 1 0,1 0 0,-1 0 0,-1 0 0,1 0 0,-8-9 0,8 13 0,-1 0 0,0 0 0,-1 1 0,1 0 0,-1 0 0,0 0 0,0 0 0,0 1 0,-1 0 0,1 0 0,-1 1 0,-8-3 0,-11-4 0,-12-4 0,0-1 0,-39-24 0,-42-31 0,-264-144 0,-52 29 0,221 99 0,148 60 0,-1 3 0,-1 3 0,0 3 0,-80-10 0,-385-22 0,260 50-1365,251-1-5461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31:59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24575,'1690'0'0,"-1562"6"0,-13 0 0,546-6-1365,-643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36:40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0 111 24575,'424'0'0,"733"-1"0,-997-1 0,279-40 0,71-21 0,40 60 0,-288 5 0,5582-2-1365,-5790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4:18.92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2 24575,'20'0'0,"-3"-1"0,0 1 0,1 1 0,-1 0 0,0 2 0,30 7 0,-14-1 0,1-1 0,1-1 0,-1-2 0,1-2 0,47-1 0,-60-1-341,1 1 0,-1 1-1,24 6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4:21.62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24575,'295'12'0,"16"1"0,327-14-1365,-587 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6:04.58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4:18.92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2 24575,'20'0'0,"-3"-1"0,0 1 0,1 1 0,-1 0 0,0 2 0,30 7 0,-14-1 0,1-1 0,1-1 0,-1-2 0,1-2 0,47-1 0,-60-1-341,1 1 0,-1 1-1,24 6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4:21.62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24575,'295'12'0,"16"1"0,327-14-1365,-587 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6:04.58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4:18.92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2 24575,'20'0'0,"-3"-1"0,0 1 0,1 1 0,-1 0 0,0 2 0,30 7 0,-14-1 0,1-1 0,1-1 0,-1-2 0,1-2 0,47-1 0,-60-1-341,1 1 0,-1 1-1,24 6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4:21.62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24575,'295'12'0,"16"1"0,327-14-1365,-587 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6:04.58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4:18.92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2 24575,'20'0'0,"-3"-1"0,0 1 0,1 1 0,-1 0 0,0 2 0,30 7 0,-14-1 0,1-1 0,1-1 0,-1-2 0,1-2 0,47-1 0,-60-1-341,1 1 0,-1 1-1,24 6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4:21.62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24575,'295'12'0,"16"1"0,327-14-1365,-587 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6:04.58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4:18.92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2 24575,'20'0'0,"-3"-1"0,0 1 0,1 1 0,-1 0 0,0 2 0,30 7 0,-14-1 0,1-1 0,1-1 0,-1-2 0,1-2 0,47-1 0,-60-1-341,1 1 0,-1 1-1,24 6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4:21.62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24575,'295'12'0,"16"1"0,327-14-1365,-587 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6:04.58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4:18.92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2 24575,'20'0'0,"-3"-1"0,0 1 0,1 1 0,-1 0 0,0 2 0,30 7 0,-14-1 0,1-1 0,1-1 0,-1-2 0,1-2 0,47-1 0,-60-1-341,1 1 0,-1 1-1,24 6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4:21.62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24575,'295'12'0,"16"1"0,327-14-1365,-587 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09:46:04.58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5T12:02:33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24575,'133'2'0,"264"37"0,-316-26 0,1-3 0,120 0 0,878-13 0,-583 4 0,-496-1 0,55 0 0,101-12 0,97-27 0,-138 29 98,-80 8-830,64-11 1,-77 7-6095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7T07:58:39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472 1 24575,'-8'0'0,"-1"1"0,0 1 0,0-1 0,1 1 0,-1 1 0,1 0 0,-9 3 0,-54 32 0,30-11 0,1 1 0,2 3 0,-36 36 0,68-61 0,0 0 0,1 0 0,-1 1 0,1 0 0,1 0 0,0 0 0,0 0 0,0 1 0,1-1 0,-4 13 0,1 3 0,2 0 0,-3 33 0,7-55 0,-2 13 0,-1 0 0,-1 0 0,0 0 0,-12 25 0,11-27 0,0 0 0,0 1 0,1 0 0,1-1 0,0 1 0,-1 20 0,2-8 0,2 1 0,1 0 0,1-1 0,1 1 0,2-1 0,13 47 0,-13-57 0,0 0 0,1-1 0,0 0 0,1 0 0,1 0 0,0-1 0,1 0 0,20 22 0,-1-8 0,0-1 0,48 35 0,-36-34 0,1-2 0,50 23 0,-73-40 0,0-1 0,1-1 0,0-1 0,0 0 0,0-1 0,1-1 0,-1-1 0,23-1 0,-13-2 0,1-1 0,-1-2 0,0-1 0,0-1 0,37-14 0,-63 19 0,1 0 0,-1-1 0,1 0 0,-1 0 0,0 0 0,0 0 0,0 0 0,0-1 0,0 1 0,0-1 0,0 0 0,-1 0 0,0 0 0,1 0 0,-1 0 0,0-1 0,-1 1 0,1 0 0,-1-1 0,1 0 0,-1 1 0,1-6 0,0-6 0,0 0 0,0 0 0,-2-1 0,-1-19 0,0 13 0,-1-4 0,-2 0 0,-9-39 0,7 38 0,0-1 0,-1-30 0,7-78 0,-4-49 0,-13 57 0,13 109 0,0 0 0,-2 0 0,0 0 0,-15-27 0,2 5-114,11 23 175,-1 1-1,0 0 1,-14-18 0,20 30-161,-1 1 1,0-1-1,-1 1 0,1 0 1,-1 0-1,0 0 1,0 1-1,0 0 0,0-1 1,0 2-1,-1-1 1,0 1-1,1 0 1,-9-2-1,-3 1-6726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7T07:58:44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581 118 24575,'-53'-1'0,"-59"2"0,98 0 0,0 1 0,0 1 0,0 0 0,0 1 0,-23 9 0,1 3 0,1 3 0,-40 26 0,57-32 0,0 0 0,1 1 0,1 1 0,0 0 0,-20 28 0,30-35 0,1 0 0,0 1 0,1 0 0,0 0 0,1 0 0,-1 0 0,2 1 0,-1-1 0,1 1 0,0 15 0,0 6 0,2-1 0,4 35 0,0-44 0,0 1 0,2-1 0,0-1 0,1 1 0,1-1 0,1 0 0,17 28 0,-24-44 0,0-1 0,1 0 0,-1 0 0,1 0 0,-1 0 0,1 0 0,0 0 0,0-1 0,0 1 0,1-1 0,-1 0 0,0 0 0,5 2 0,4 0 0,0 0 0,22 5 0,6 1 0,59 33 0,-2-1 0,-74-33 0,0-2 0,0-1 0,0 0 0,1-2 0,0 0 0,28-1 0,14-2 0,127-5 0,-175 3 0,0-1 0,0-1 0,0-1 0,0 0 0,-1-2 0,1 0 0,28-14 0,-42 17 0,0 1 0,0-1 0,0 0 0,-1 0 0,1-1 0,-1 1 0,0 0 0,0-1 0,0 0 0,-1 0 0,1 0 0,-1 0 0,3-5 0,-3 1 0,1 1 0,-1 0 0,-1-1 0,1 1 0,-1-1 0,-1 1 0,1-13 0,-3 1 0,0 0 0,-1-1 0,-1 1 0,-1 1 0,-12-31 0,6 17 0,-10-54 0,10 42 0,4 20 0,-2 0 0,-1 0 0,-24-41 0,17 37-85,-2 1 0,-1 1-1,-1 1 1,-1 1 0,-1 0-1,-1 2 1,0 0 0,-2 2-1,-1 1 1,-1 1 0,0 2-1,-1 0 1,0 2 0,-2 1-1,-45-12 1,54 19-6741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7T07:58:47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24575,'1'2'0,"0"-1"0,0 0 0,0 0 0,0 0 0,1 1 0,-1-1 0,0 0 0,1 0 0,-1-1 0,0 1 0,1 0 0,-1 0 0,1-1 0,-1 1 0,1-1 0,2 1 0,29 4 0,-28-4 0,176 2 0,-108-4 0,18-5 0,-7 0 0,-37 4-1365,-26-1-5461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7T07:58:47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24575,'789'0'-1365,"-772"0"-5461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7T08:39:08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123 979 24575,'623'0'0,"-612"0"0,0-1 0,1-1 0,-1 0 0,0 0 0,14-6 0,55-24 0,-23 8 0,-25 12 0,50-28 0,-71 34 0,0-1 0,-1 0 0,1-1 0,-2 0 0,1-1 0,-1 0 0,15-19 0,-20 22 0,-1 0 0,0 0 0,0 0 0,-1 0 0,0 0 0,0-1 0,0 1 0,-1-1 0,1-9 0,0-9 0,-3-30 0,1 27 0,-1 3 0,-1 0 0,0 1 0,-2-1 0,-1 0 0,-1 1 0,-15-39 0,13 46 0,0 0 0,-1 0 0,0 1 0,-2 0 0,0 1 0,0 0 0,-1 1 0,-1 0 0,-23-18 0,1 3 0,0-2 0,-46-53 0,76 78 0,0 1 0,-1 0 0,1 0 0,-1 0 0,-1 0 0,1 1 0,-1 0 0,1 1 0,-1-1 0,0 1 0,-1 0 0,1 1 0,0 0 0,-13-2 0,-6 1 0,1 1 0,-1 2 0,-27 2 0,-5 0 0,-11-3 0,-89 4 0,151-2 0,0 1 0,1-1 0,-1 1 0,0 1 0,1-1 0,-1 1 0,1 0 0,0 1 0,0-1 0,0 1 0,-8 8 0,-5 5 0,-30 37 0,46-50 0,-56 78 0,19-23 0,29-43 0,0 0 0,1 1 0,1 1 0,1 0 0,1 0 0,0 0 0,2 1 0,0 0 0,0 0 0,2 0 0,-2 37 0,-1 9 0,3-43 0,1 0 0,1 0 0,0 0 0,2 1 0,3 23 0,-2-39 0,0-1 0,1 1 0,-1-1 0,1 0 0,0 0 0,1 0 0,-1 0 0,1-1 0,1 0 0,-1 1 0,9 7 0,5 3 0,1-2 0,20 14 0,-32-23-170,1-1-1,0 0 0,0 0 1,0 0-1,1-1 0,-1-1 1,16 4-1,-8-4-6655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BE964-931C-4DCF-92A4-CE16D93CEA9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E85BC-7213-4D56-932D-E67A2B750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0906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072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001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212020-2693-43A9-8D31-68FE6E005048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4213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212020-2693-43A9-8D31-68FE6E005048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83703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212020-2693-43A9-8D31-68FE6E005048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39332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4465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212020-2693-43A9-8D31-68FE6E005048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11645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0569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861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037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7707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710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85269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40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8421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2173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3049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0098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212020-2693-43A9-8D31-68FE6E005048}" type="slidenum">
              <a:rPr lang="en-US" altLang="zh-CN" smtClean="0"/>
              <a:pPr>
                <a:defRPr/>
              </a:pPr>
              <a:t>67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6443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51533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33936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56928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4977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212020-2693-43A9-8D31-68FE6E005048}" type="slidenum">
              <a:rPr lang="en-US" altLang="zh-CN" smtClean="0"/>
              <a:pPr>
                <a:defRPr/>
              </a:pPr>
              <a:t>74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399902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7220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9978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2627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0592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5718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6538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1708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212020-2693-43A9-8D31-68FE6E00504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5450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66FCA-51C7-7C54-2FE1-717A18019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BA2D62-2AF9-B8BD-17BF-BD0F84A57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F1E84-B7F7-B89A-99EE-BC58B2C32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474FF-68F0-4DEB-8CB0-4C8516E32D65}" type="datetime1">
              <a:rPr lang="zh-CN" altLang="en-US" smtClean="0"/>
              <a:t>2026/10/21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5DAF31-537A-B5AB-48B7-AED76848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B676C9-8181-B732-CC3B-4AF31D73F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3656-9493-42A1-9FCC-E183180E53D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2507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AAD046-8511-4191-A552-196995E0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BBC781-B768-9936-8AFB-5EF94B6A8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BD6B8E-F580-A1F9-5CC0-5D8A8B90B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230A7-9B4B-4838-BA79-67346602C3FC}" type="datetime1">
              <a:rPr lang="zh-CN" altLang="en-US" smtClean="0"/>
              <a:t>2026/10/21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3088B8-64AC-5077-0D08-AEE7277AA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6996E8-E8AA-F899-2352-7D8516960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38E1-2621-4495-AFBB-21BE2576CDB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BBF9402-DD37-AA0F-D1CD-56BFF60E30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112"/>
            <a:ext cx="12192000" cy="52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E3F26-4410-FD3B-3199-F23BFBCC7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EA27C6-22C3-34A9-C73B-F3E208700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9EEC53-6F65-17E0-D4C4-02F7C4FE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3BA96-296D-4E7B-98D0-8A65F8BB3DDD}" type="datetime1">
              <a:rPr lang="zh-CN" altLang="en-US" smtClean="0"/>
              <a:t>2026/10/21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B30B41-2A28-2746-9390-691D214FE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B52264-B53A-3CCC-50D0-B18E853B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44B8-3927-4035-8955-3ABEE59350C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2322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5DFB1-84B0-B7CB-12C0-E0F31833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1FF3AF-6794-EEA3-2245-29AE2BD071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BE474F-51D2-E22B-5F31-181FBDD01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074BB4-F9EB-2251-B164-5EF76AF9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66918-A56A-4771-8A9A-CFDF2316D03A}" type="datetime1">
              <a:rPr lang="zh-CN" altLang="en-US" smtClean="0"/>
              <a:t>2026/10/21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5D5982-A255-1CD7-2FBC-887B5946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07B325-E399-6301-FC29-BE0D4559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22DA6-F42E-4525-B961-C9C435ABAF2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6954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75A3C4-A4D0-CC0B-EE94-F0CF2108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1567FC-4EAA-2DE0-F483-C3CD0DB69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4B9EE0-C85F-04E6-20E1-2CBAB3289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C7F85A-78D3-C3BF-DA4C-3033FFCD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4E7782-53F2-1CC6-07BA-3A56176B6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2E82EA-9265-EC54-D3F9-27A0FB45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DCA60-2EFD-4F6B-96F7-97FDA8CB5049}" type="datetime1">
              <a:rPr lang="zh-CN" altLang="en-US" smtClean="0"/>
              <a:t>2026/10/21</a:t>
            </a:fld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8E559A-16EA-FCEC-F888-193DD52C0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488DC0-21EB-8546-8040-D7FB691F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D8EC-4BD5-4063-9DB3-8E3DC816B43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7216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CAD0F-AEB7-96AD-8E5E-17818E46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CF940B-F279-00E7-2472-9C48D9048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B340D-2D4E-4C26-99A4-444E42E9E7F1}" type="datetime1">
              <a:rPr lang="zh-CN" altLang="en-US" smtClean="0"/>
              <a:t>2026/10/21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F2A7F3-5DCF-3C59-CB5B-498E0672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5312E1-90B3-0AC5-F86D-33845B154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CFDE-8FCB-4373-9BCD-83FBD00ED35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7113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6F0F26-D5E4-BEE8-91E0-B2B7F63C1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E782-DB8B-4AA7-8ACD-A70195936A5B}" type="datetime1">
              <a:rPr lang="zh-CN" altLang="en-US" smtClean="0"/>
              <a:t>2026/10/21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B67417-F3FD-6B9C-280E-2F4FB40EA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74BB3B-9C8E-20EA-4CD2-A2BE5248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B0B41-24F2-4A11-A14A-3BE597756B7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3023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C6B9C-596F-73B2-CD8B-B9ADAAE21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194FB-4C43-CD5A-B914-F4C81F57A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2EA7D2-0FB4-BF7F-E24D-015588066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3F1623-9B62-910B-46C9-1C43A037B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DEEC-B545-454B-824C-2874E064795B}" type="datetime1">
              <a:rPr lang="zh-CN" altLang="en-US" smtClean="0"/>
              <a:t>2026/10/21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DE31B9-5F63-B014-F53B-D0E4CE341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ECD27A-4D1C-F41F-4F74-6D48A65B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114B2-0553-4F2D-807C-87C45BB1682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50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4EF09-A51A-28EC-557A-C4805CD8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86E992-5FCD-09EF-C1EC-F44FFB775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71D0E1-08C3-EA9C-92AC-D56098F17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58B2F8-FBF4-EB00-1564-2514DD81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ED12-01EA-414E-8871-91D360A758CF}" type="datetime1">
              <a:rPr lang="zh-CN" altLang="en-US" smtClean="0"/>
              <a:t>2026/10/21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CDFD15-A281-356C-74E8-AA4814D8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08DC12-7A4B-11BD-418D-FF896ADF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961F1-E122-4438-AB53-3BE818DA58E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692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82EEE-34B9-7921-48EB-01BB5A3EC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219CF4-E741-E0FD-CFD9-01041C6F0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28D669-1F71-DA98-86B6-68F18D7DB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4D00-71AD-4BF4-889F-33E25C064E09}" type="datetime1">
              <a:rPr lang="zh-CN" altLang="en-US" smtClean="0"/>
              <a:t>2026/10/21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51FDB3-EA8D-3BE1-1417-673FA0F4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7C1545-D7DD-C634-FBEF-3E8E8861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55991-19A4-4C87-9AE6-4B3D06F47DB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8038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B36706E-DEE3-86AC-32D9-EFD5A5FA9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B23B6E-CFD1-2C51-0EEA-4EF42CDFD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FE38DB-71A0-8641-B2B1-A09C180D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645F5-8D67-4ED3-B62A-B766BA125431}" type="datetime1">
              <a:rPr lang="zh-CN" altLang="en-US" smtClean="0"/>
              <a:t>2026/10/21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D9BB77-D55F-6EE7-8569-90EA8EC5A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8F7174-8A8D-A12E-3945-6F6C7B8D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96E29-CB60-4CBC-B964-3F2E26B374A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6003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2A9D6-FBD2-4388-A973-A4F163DC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6CE883-018B-48A3-B173-9103AF468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0203FE-86F1-493A-9863-19CD962C2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F7EC-DE8D-4527-B68D-3D91B30375DC}" type="datetime1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694A77-6B8F-4F2E-9356-3947730C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53BC5E-EE4E-4007-8384-CDA6C306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149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B0818-83B5-40DB-BF1A-14289A78F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8ABC5F-0BB8-44E7-9073-C1102EEE9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DC9B5B-43B6-4CA4-B800-899F9EB15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23293-F5B1-40DC-95D9-A7C56A043DE6}" type="datetime1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4D2617-A21D-40BB-AC87-9CF28B83D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56CC41-4C75-4DFA-8C3C-A42DD71D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413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D510B-3EE1-40E0-AFB3-0323A766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E6E239-7A18-49F2-83D8-41B10B1D1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BAF775-76A4-4E40-8DB3-3161FDD1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F3D67-C7F0-4909-A4DE-578D6E981AFD}" type="datetime1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7C7D07-F6AF-4BAB-9D43-C02B0F167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D6C22C-5790-4F3C-BC11-FC27D1D6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863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1DED0-FD84-4806-973C-0D502468E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082E54-37B5-495E-92F2-AC7222CB9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1A7814-A63D-4EF7-AE16-AF884C710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B2DFB9-280F-4979-9B88-266BA318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E90C5-7FD0-4D42-8FDD-FCF57283FB85}" type="datetime1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D1ABA-1DF9-4EA7-B7F7-5018713C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B68113-C581-4D37-9869-6E2B3AE6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713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DBFE9-4549-49CB-936A-A19D0F128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4D6DD0-4239-419F-B368-3E7AA5B64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27BACB-0C95-48F2-A182-C2503BA6D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569D5F-6C70-4301-BA20-83579C87E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FF0196-0356-44E6-BCAC-BDF58AA350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9B0B37-0895-412E-BCA3-208B41361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515D-05C3-438B-82CD-23888866D628}" type="datetime1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AC02F35-00E6-4E41-88FA-13A6387DE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147183-EA03-42CC-85FD-D068110F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679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2AFD2-F694-4450-8C16-F70AD0B0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D27430-F7FD-45AC-A440-13961B2D9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25D64-67D9-46C3-AC88-C06699F79C4E}" type="datetime1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75E120-BC3E-43C4-9E77-2E0AE51C3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514DB7-7704-4A44-A393-0C9CB619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327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3914CF-C02E-404E-B10D-3D360B20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B0B16-AC39-477D-9165-E9F13C614CA5}" type="datetime1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742F81-CB05-434D-996B-2D16CF191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5F336D-E286-4386-BA4A-35DDD351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2332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9C4FF-77ED-4565-A837-47F9639C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5F0E6D-2878-4DB4-9357-0CCDD3F1D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9F73E8-8ECE-4028-86CB-8014F6B97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CC5818-563F-4DE4-B8AB-C869606D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EF6C-A187-414A-AAD8-CC53FA171BCF}" type="datetime1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DCE370-0664-4236-B7C1-E68138106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7AEA06-2E9B-4202-80C6-43B49679A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8921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FBBFA-FEBF-4338-871E-7C43D901F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026F25-0631-488C-BE81-BACF9708F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4BC969-3261-4C04-A1F6-F445E1028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8BA56E-997B-44C4-8773-780B335A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CD54-C7EB-416C-B1E5-9FC8FA858DB7}" type="datetime1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EE083E-D253-484F-B752-1CD0E805F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E59870-40D0-4458-9F7A-57CA16481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7580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F8275-D666-45A0-8002-C6D35790A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72088D-8497-4166-921E-E7B22C871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05CE65-A373-4F9B-BDC3-52BFA3BC9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8C872-E4ED-4D65-9402-6B09EB3FE4C1}" type="datetime1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2C4DC1-A42D-4531-B916-8C3354F1F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BAF263-AC78-47BA-8584-F604B8B8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9306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F6610B-5F50-4D48-A952-2AFC03F973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43C776-F8AD-44E0-B0FA-87E8359B6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B037D0-B65D-4383-B3CC-8201E4189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7EE4-686E-4F54-8A0D-89F55CFC65AC}" type="datetime1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C2A8F7-2533-4C0D-88FB-632F859EF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E6C92E-F4D1-40FD-AD93-9F3158ED3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092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40A17B-7753-B3C1-DDC1-0DC41D09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EDDBC1-01FD-158A-7CC8-FD408B4D7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FBA0E4-F8CA-3ABD-74D5-C7B84ED18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6C52A-D1A4-406B-BBF7-986798FCE3DF}" type="datetime1">
              <a:rPr lang="zh-CN" altLang="en-US" smtClean="0"/>
              <a:t>2026/10/21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AB3F59-F697-5882-D1C4-2523F5043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096FEE-A282-7128-BA22-662ABF86D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A4460-FF2C-4ED2-A726-239E9B974D3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7305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1F0DD71-C2CD-4D67-ADB3-A90052248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175DD9-F070-477B-B4EA-C6AA79963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B3306E-991B-4AC9-A83E-4D7E25B0BC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7DEE7-763B-4FAC-9D58-18C6EBCB8FAE}" type="datetime1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B53419-BD23-46C0-90CF-177F8009B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D6EFD5-8117-4C5E-B092-FC599E23E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FC0D3-8C95-45E7-BFA0-304BAC6C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459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2" r:id="rId1"/>
    <p:sldLayoutId id="2147483953" r:id="rId2"/>
    <p:sldLayoutId id="2147483954" r:id="rId3"/>
    <p:sldLayoutId id="2147483955" r:id="rId4"/>
    <p:sldLayoutId id="2147483956" r:id="rId5"/>
    <p:sldLayoutId id="2147483957" r:id="rId6"/>
    <p:sldLayoutId id="2147483958" r:id="rId7"/>
    <p:sldLayoutId id="2147483959" r:id="rId8"/>
    <p:sldLayoutId id="2147483960" r:id="rId9"/>
    <p:sldLayoutId id="2147483961" r:id="rId10"/>
    <p:sldLayoutId id="21474839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6.png"/><Relationship Id="rId7" Type="http://schemas.openxmlformats.org/officeDocument/2006/relationships/image" Target="../media/image8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2.xml"/><Relationship Id="rId5" Type="http://schemas.openxmlformats.org/officeDocument/2006/relationships/image" Target="../media/image70.png"/><Relationship Id="rId4" Type="http://schemas.openxmlformats.org/officeDocument/2006/relationships/customXml" Target="../ink/ink1.xml"/><Relationship Id="rId9" Type="http://schemas.openxmlformats.org/officeDocument/2006/relationships/image" Target="../media/image9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customXml" Target="../ink/ink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6.xml"/><Relationship Id="rId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customXml" Target="../ink/ink5.xml"/><Relationship Id="rId9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customXml" Target="../ink/ink9.xml"/><Relationship Id="rId10" Type="http://schemas.openxmlformats.org/officeDocument/2006/relationships/image" Target="../media/image12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customXml" Target="../ink/ink12.xml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customXml" Target="../ink/ink15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customXml" Target="../ink/ink18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20.xml"/><Relationship Id="rId7" Type="http://schemas.openxmlformats.org/officeDocument/2006/relationships/customXml" Target="../ink/ink2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customXml" Target="../ink/ink21.xml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00.png"/><Relationship Id="rId5" Type="http://schemas.openxmlformats.org/officeDocument/2006/relationships/customXml" Target="../ink/ink23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3" Type="http://schemas.openxmlformats.org/officeDocument/2006/relationships/image" Target="../media/image44.png"/><Relationship Id="rId7" Type="http://schemas.openxmlformats.org/officeDocument/2006/relationships/image" Target="../media/image39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410.png"/><Relationship Id="rId5" Type="http://schemas.openxmlformats.org/officeDocument/2006/relationships/image" Target="../media/image380.png"/><Relationship Id="rId10" Type="http://schemas.openxmlformats.org/officeDocument/2006/relationships/customXml" Target="../ink/ink27.xml"/><Relationship Id="rId4" Type="http://schemas.openxmlformats.org/officeDocument/2006/relationships/customXml" Target="../ink/ink24.xml"/><Relationship Id="rId9" Type="http://schemas.openxmlformats.org/officeDocument/2006/relationships/image" Target="../media/image40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0.png"/><Relationship Id="rId5" Type="http://schemas.openxmlformats.org/officeDocument/2006/relationships/customXml" Target="../ink/ink28.xml"/><Relationship Id="rId4" Type="http://schemas.openxmlformats.org/officeDocument/2006/relationships/image" Target="../media/image4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79A8038-69EF-FE8B-5C7E-FEFE77222F5D}"/>
              </a:ext>
            </a:extLst>
          </p:cNvPr>
          <p:cNvSpPr txBox="1"/>
          <p:nvPr/>
        </p:nvSpPr>
        <p:spPr>
          <a:xfrm>
            <a:off x="1271464" y="2060848"/>
            <a:ext cx="10009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4400" b="1" dirty="0"/>
              <a:t>第三章 </a:t>
            </a:r>
            <a:r>
              <a:rPr lang="en-US" altLang="zh-C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4400" b="1" dirty="0"/>
              <a:t>基础知识</a:t>
            </a:r>
            <a:endParaRPr lang="en-US" altLang="zh-CN" sz="44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EC17AC0-A30E-1454-D29C-C18A1BF79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63378"/>
            <a:ext cx="12192000" cy="494622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2A92C3-4E35-EE96-3342-39A9B9A38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B0B41-24F2-4A11-A14A-3BE597756B7E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2517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885EAD1-3BE3-4ED0-9C77-475701D8BA29}"/>
              </a:ext>
            </a:extLst>
          </p:cNvPr>
          <p:cNvSpPr txBox="1">
            <a:spLocks noChangeArrowheads="1"/>
          </p:cNvSpPr>
          <p:nvPr/>
        </p:nvSpPr>
        <p:spPr>
          <a:xfrm>
            <a:off x="335360" y="17335"/>
            <a:ext cx="10005237" cy="503940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数据分析概述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555ABDC-FF23-40B4-AEA9-CDCD527A98AE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1116890"/>
            <a:ext cx="4176464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什么是数据分析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EFAD26-4CA6-5245-DC92-BD8C99592AC0}"/>
              </a:ext>
            </a:extLst>
          </p:cNvPr>
          <p:cNvSpPr txBox="1"/>
          <p:nvPr/>
        </p:nvSpPr>
        <p:spPr>
          <a:xfrm>
            <a:off x="1415480" y="2492896"/>
            <a:ext cx="1296144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3.14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BB3E509-9E95-1A79-3F69-29D6FC02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C2D852-3C6C-EBD0-EBB9-1B0C1D890CC3}"/>
              </a:ext>
            </a:extLst>
          </p:cNvPr>
          <p:cNvSpPr txBox="1"/>
          <p:nvPr/>
        </p:nvSpPr>
        <p:spPr>
          <a:xfrm>
            <a:off x="4988056" y="4365104"/>
            <a:ext cx="2044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一组数据表达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一个或多个含义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AC97DD-B185-D5B1-CCDE-9959C8BAB01C}"/>
              </a:ext>
            </a:extLst>
          </p:cNvPr>
          <p:cNvSpPr txBox="1"/>
          <p:nvPr/>
        </p:nvSpPr>
        <p:spPr>
          <a:xfrm>
            <a:off x="1332521" y="4285333"/>
            <a:ext cx="14620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一个数据表达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一个含义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79E7F9-5A9C-8A1C-E7EE-C61BAAE81F84}"/>
              </a:ext>
            </a:extLst>
          </p:cNvPr>
          <p:cNvSpPr txBox="1"/>
          <p:nvPr/>
        </p:nvSpPr>
        <p:spPr>
          <a:xfrm>
            <a:off x="8616280" y="2132856"/>
            <a:ext cx="309634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基本统计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分布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累计统计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数据特征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相关性、周期性等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数据挖掘（形成知识）</a:t>
            </a:r>
          </a:p>
        </p:txBody>
      </p:sp>
      <p:sp>
        <p:nvSpPr>
          <p:cNvPr id="11" name="爆炸形: 8 pt  10">
            <a:extLst>
              <a:ext uri="{FF2B5EF4-FFF2-40B4-BE49-F238E27FC236}">
                <a16:creationId xmlns:a16="http://schemas.microsoft.com/office/drawing/2014/main" id="{CCC1EE83-1426-9C12-6BAF-EDF64D0D922F}"/>
              </a:ext>
            </a:extLst>
          </p:cNvPr>
          <p:cNvSpPr/>
          <p:nvPr/>
        </p:nvSpPr>
        <p:spPr>
          <a:xfrm>
            <a:off x="3996817" y="1333006"/>
            <a:ext cx="3528392" cy="2952327"/>
          </a:xfrm>
          <a:prstGeom prst="irregularSeal1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2720BA-B309-C22E-BB31-39DE22EFF61E}"/>
              </a:ext>
            </a:extLst>
          </p:cNvPr>
          <p:cNvSpPr txBox="1"/>
          <p:nvPr/>
        </p:nvSpPr>
        <p:spPr>
          <a:xfrm>
            <a:off x="4895166" y="2301339"/>
            <a:ext cx="18722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3.1403, 3.1409,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3.1422, 3.1389,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3.1627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EECE842D-8027-B7BA-1927-7E3886DE65C0}"/>
              </a:ext>
            </a:extLst>
          </p:cNvPr>
          <p:cNvSpPr/>
          <p:nvPr/>
        </p:nvSpPr>
        <p:spPr>
          <a:xfrm>
            <a:off x="7746708" y="2744195"/>
            <a:ext cx="648072" cy="288032"/>
          </a:xfrm>
          <a:prstGeom prst="right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0F82F28E-113A-FC1A-A7F9-9D90CC122FAB}"/>
              </a:ext>
            </a:extLst>
          </p:cNvPr>
          <p:cNvSpPr/>
          <p:nvPr/>
        </p:nvSpPr>
        <p:spPr>
          <a:xfrm>
            <a:off x="3071665" y="2622957"/>
            <a:ext cx="648072" cy="288032"/>
          </a:xfrm>
          <a:prstGeom prst="right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07800D-5A4C-D12C-26DE-36FA1CFBD9B1}"/>
              </a:ext>
            </a:extLst>
          </p:cNvPr>
          <p:cNvSpPr txBox="1"/>
          <p:nvPr/>
        </p:nvSpPr>
        <p:spPr>
          <a:xfrm>
            <a:off x="7660363" y="1532691"/>
            <a:ext cx="9304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有损地提取数据特征的过程</a:t>
            </a:r>
          </a:p>
        </p:txBody>
      </p:sp>
    </p:spTree>
    <p:extLst>
      <p:ext uri="{BB962C8B-B14F-4D97-AF65-F5344CB8AC3E}">
        <p14:creationId xmlns:p14="http://schemas.microsoft.com/office/powerpoint/2010/main" val="40699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885EAD1-3BE3-4ED0-9C77-475701D8BA29}"/>
              </a:ext>
            </a:extLst>
          </p:cNvPr>
          <p:cNvSpPr txBox="1">
            <a:spLocks noChangeArrowheads="1"/>
          </p:cNvSpPr>
          <p:nvPr/>
        </p:nvSpPr>
        <p:spPr>
          <a:xfrm>
            <a:off x="335360" y="17335"/>
            <a:ext cx="10005237" cy="503940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数据分析概述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555ABDC-FF23-40B4-AEA9-CDCD527A98AE}"/>
              </a:ext>
            </a:extLst>
          </p:cNvPr>
          <p:cNvSpPr txBox="1">
            <a:spLocks noChangeArrowheads="1"/>
          </p:cNvSpPr>
          <p:nvPr/>
        </p:nvSpPr>
        <p:spPr>
          <a:xfrm>
            <a:off x="551384" y="692696"/>
            <a:ext cx="4176464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数据分析的内涵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EFAD26-4CA6-5245-DC92-BD8C99592AC0}"/>
              </a:ext>
            </a:extLst>
          </p:cNvPr>
          <p:cNvSpPr txBox="1"/>
          <p:nvPr/>
        </p:nvSpPr>
        <p:spPr>
          <a:xfrm>
            <a:off x="364144" y="1268760"/>
            <a:ext cx="11089232" cy="5558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数据收集：数据分析的第一步是收集数据。这些数据可能来源于各种渠道，包括企业内部系统、市场调研、用户反馈等。数据收集需要明确分析目的与框架，有目的地收集、整合相关数据。</a:t>
            </a:r>
          </a:p>
          <a:p>
            <a:pPr marL="457200" marR="0" lvl="0" indent="-4572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数据处理：收集到的数据往往需要进行处理，以去除干扰项、纠正错误，并进行必要的格式化和标准化。数据处理是数据分析前必不可少的阶段，包括数据清洗、数据转化等处理方法。</a:t>
            </a:r>
          </a:p>
          <a:p>
            <a:pPr marL="457200" marR="0" lvl="0" indent="-4572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据分析：在数据处理完成后，通过适当的分析手段、方法和技巧对准备好的数据进行探索和分析，从中发现因果关系、内部联系和业务规律。这一过程是数据分析的核心，也是为决策部门提供决策参考的关键步骤。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数据展现：数据分析的结果需要通过图、表等方式进行展现，以便更直观地传达信息。数据展现不仅要求数据分析师能够准确表达分析结果，还要求决策者能够轻松理解并据此做出决策。</a:t>
            </a: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基于分析结果撰写报告，或进一步建模等。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CE9926-15CA-A85D-523A-5FF66695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38E1-2621-4495-AFBB-21BE2576CDB0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378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F555ABDC-FF23-40B4-AEA9-CDCD527A98AE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438488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数据分析工具</a:t>
            </a:r>
            <a:endParaRPr lang="en-US" altLang="zh-CN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06968B-352E-0746-10A8-A85C357618DA}"/>
              </a:ext>
            </a:extLst>
          </p:cNvPr>
          <p:cNvSpPr txBox="1"/>
          <p:nvPr/>
        </p:nvSpPr>
        <p:spPr>
          <a:xfrm>
            <a:off x="551384" y="1628800"/>
            <a:ext cx="1087320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种类繁多，较有代表性的软件有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SAS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SPSS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Minitab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等。多数人较熟悉的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Excel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虽然不是统计软件，但提供了一些常用的统计函数以及数据分析工具。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类软件虽有不同的侧重点，但功能大同小异，基本上能满足大多数人做数据分析的需要。商业类软件使用相对简单，容易上手。主要问题是价格不菲，多数人难以接近，此外，更新速度慢，难以提供最新方法的解决方案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5A9788-78F5-3879-C203-9BA1B5FC3252}"/>
              </a:ext>
            </a:extLst>
          </p:cNvPr>
          <p:cNvSpPr txBox="1"/>
          <p:nvPr/>
        </p:nvSpPr>
        <p:spPr>
          <a:xfrm>
            <a:off x="911424" y="884090"/>
            <a:ext cx="6095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商业软件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不推荐使用</a:t>
            </a:r>
            <a:endParaRPr lang="zh-CN" altLang="en-US" sz="28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498C6C-8A91-6830-95FE-23FB6C6C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38E1-2621-4495-AFBB-21BE2576CDB0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563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5657CA2-49A2-66F0-833F-A7C28EA91DBD}"/>
              </a:ext>
            </a:extLst>
          </p:cNvPr>
          <p:cNvSpPr txBox="1"/>
          <p:nvPr/>
        </p:nvSpPr>
        <p:spPr>
          <a:xfrm>
            <a:off x="695400" y="1412776"/>
            <a:ext cx="10801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非商业类软件不存在价格问题。目前较为流行的软件有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语言和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语言，二者都是免费的开源平台。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语言是一种统计计算语言。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语言不仅支持各个主要计算机系统，还有诸多优点，比如，更新速度快，可以包含最新方法的解决方案；提供丰富的数据分析和可视化技术，功能十分强大。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则是一种面向对象的解释型高级编程语言，并拥有丰富而强大的开源第三方库，也具有强大的数据分析可视化功能。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的语法相对简单，易于理解和学习，对初学者友好。这使得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成为许多编程初学者的首选语言。此外，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提供了丰富的标准库和第三方库，可以快速实现各种功能，提高开发效率。例如，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Pandas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等库在数据处理方面表现出色。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应用区别：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不仅适用于数据科学，还广泛应用于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web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开发、自动化、人工智能、机器学习等领域。而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则更专注于统计分析和数据挖掘领域。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23E70F2-2E87-0B1B-CC25-A0AB41F58E36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438488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数据分析工具</a:t>
            </a:r>
            <a:endParaRPr lang="en-US" altLang="zh-CN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80C67C-F96C-CA98-A5F0-B6647D748B0E}"/>
              </a:ext>
            </a:extLst>
          </p:cNvPr>
          <p:cNvSpPr txBox="1"/>
          <p:nvPr/>
        </p:nvSpPr>
        <p:spPr>
          <a:xfrm>
            <a:off x="983432" y="692696"/>
            <a:ext cx="6095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非商业软件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51E5E9-7A48-ECDB-4E3B-535F3D3C1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38E1-2621-4495-AFBB-21BE2576CDB0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13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55BF5676-D132-9B63-3E9E-8914264E274F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数据及其来源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变量和数据</a:t>
            </a:r>
            <a:endParaRPr lang="en-US" altLang="zh-CN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52BFBD-F2C1-555B-C7DC-B81B3220C509}"/>
              </a:ext>
            </a:extLst>
          </p:cNvPr>
          <p:cNvSpPr txBox="1"/>
          <p:nvPr/>
        </p:nvSpPr>
        <p:spPr>
          <a:xfrm>
            <a:off x="695400" y="836712"/>
            <a:ext cx="6095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变量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(variable)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876DEE-54BB-4575-FA11-890B9AD856F3}"/>
              </a:ext>
            </a:extLst>
          </p:cNvPr>
          <p:cNvSpPr txBox="1"/>
          <p:nvPr/>
        </p:nvSpPr>
        <p:spPr>
          <a:xfrm>
            <a:off x="911424" y="1317420"/>
            <a:ext cx="100684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-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观察一个企业的销售额，这个月和上个月不同；观察股票市场上涨股票的家数，今天与昨天数量不一样；观察一个班学生的生活费支出，一个人和另一个人不一样；投掷一枚骰子观察其出现的点数，这次投掷的结果和下一次也不一样。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-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“企业销售额”、“上涨股票的家数”、“生活费支出”、“投掷一枚骰子出现的点数”等就是变量。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F36843-83BF-A91D-FB97-EAE041FD86FD}"/>
              </a:ext>
            </a:extLst>
          </p:cNvPr>
          <p:cNvSpPr txBox="1"/>
          <p:nvPr/>
        </p:nvSpPr>
        <p:spPr>
          <a:xfrm>
            <a:off x="839416" y="3748390"/>
            <a:ext cx="6095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数据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(data)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4F83B92-6367-A0DF-2E86-B514CE79B288}"/>
              </a:ext>
            </a:extLst>
          </p:cNvPr>
          <p:cNvSpPr txBox="1"/>
          <p:nvPr/>
        </p:nvSpPr>
        <p:spPr>
          <a:xfrm>
            <a:off x="839416" y="4369373"/>
            <a:ext cx="4893451" cy="493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2913" lvl="1" algn="just" eaLnBrk="0" hangingPunct="0">
              <a:lnSpc>
                <a:spcPct val="120000"/>
              </a:lnSpc>
              <a:spcBef>
                <a:spcPct val="50000"/>
              </a:spcBef>
              <a:buClr>
                <a:srgbClr val="C00000"/>
              </a:buClr>
              <a:buSzPct val="100000"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变量的观测结果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681831-9E69-9981-0B5D-45F25B7F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38E1-2621-4495-AFBB-21BE2576CDB0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018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AE3C8EDE-7F8F-4E2A-AF45-FB680FFEE2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2974052"/>
              </p:ext>
            </p:extLst>
          </p:nvPr>
        </p:nvGraphicFramePr>
        <p:xfrm>
          <a:off x="3131057" y="1556792"/>
          <a:ext cx="5433238" cy="4545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3">
            <a:extLst>
              <a:ext uri="{FF2B5EF4-FFF2-40B4-BE49-F238E27FC236}">
                <a16:creationId xmlns:a16="http://schemas.microsoft.com/office/drawing/2014/main" id="{55BF5676-D132-9B63-3E9E-8914264E274F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数据及其来源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变量和数据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AD8D53E-D8D8-FCB4-2FF7-443848BA6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38E1-2621-4495-AFBB-21BE2576CDB0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C9BF74-47D8-4E95-8710-1BF6D6EEF83F}"/>
              </a:ext>
            </a:extLst>
          </p:cNvPr>
          <p:cNvSpPr txBox="1"/>
          <p:nvPr/>
        </p:nvSpPr>
        <p:spPr>
          <a:xfrm>
            <a:off x="911424" y="884090"/>
            <a:ext cx="2376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变量分类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9305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FF1F416C-F0AA-406D-BA47-EAB0DB0EFE9A}"/>
              </a:ext>
            </a:extLst>
          </p:cNvPr>
          <p:cNvSpPr txBox="1">
            <a:spLocks noChangeArrowheads="1"/>
          </p:cNvSpPr>
          <p:nvPr/>
        </p:nvSpPr>
        <p:spPr>
          <a:xfrm>
            <a:off x="696289" y="692696"/>
            <a:ext cx="388843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数据来源</a:t>
            </a:r>
            <a:endParaRPr lang="en-US" altLang="zh-CN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ED850C4-A6A9-639A-8270-4488A2CDA1CD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数据及其来源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变量和数据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ACD0E1-E895-7A20-65CC-07FC4BCAC540}"/>
              </a:ext>
            </a:extLst>
          </p:cNvPr>
          <p:cNvSpPr txBox="1"/>
          <p:nvPr/>
        </p:nvSpPr>
        <p:spPr>
          <a:xfrm>
            <a:off x="696289" y="1700808"/>
            <a:ext cx="1051206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二手数据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抽取样本</a:t>
            </a:r>
            <a:endParaRPr lang="en-US" altLang="zh-CN" sz="28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总体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(population)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：包含所研究的全部个体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或数据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的集合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样本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(sample)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：从总体中抽取的一部分元素的集合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样本量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(sample size)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：构成样本的元素的数目</a:t>
            </a:r>
            <a:endParaRPr lang="en-US" altLang="zh-CN" sz="28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概率抽样方法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根据已知的概率抽取样本元素，也称随机抽样。</a:t>
            </a:r>
          </a:p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E48FC8-30B1-AA84-BA64-23B0D0FB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38E1-2621-4495-AFBB-21BE2576CDB0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358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ED850C4-A6A9-639A-8270-4488A2CDA1CD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数据及其来源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变量和数据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E42ABBF-9973-171D-072A-60F87D40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289977-00A7-DFB3-F0BA-F63A66B0E4BB}"/>
              </a:ext>
            </a:extLst>
          </p:cNvPr>
          <p:cNvSpPr txBox="1"/>
          <p:nvPr/>
        </p:nvSpPr>
        <p:spPr>
          <a:xfrm>
            <a:off x="767408" y="1412776"/>
            <a:ext cx="104411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简单随机抽样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从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总体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个单位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元素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中随机地抽取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个单位作为样本，使得总体中每一个元素都有相同的机会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概率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被抽中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抽取元素的具体方法有放回抽样和无放回抽样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分层抽样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将总体单位按某种特征或规则划分为不同层，再从不同的层中随机地抽取样本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系统抽样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将总体中的所有单位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抽样单位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按一定顺序排列，在规定的范围内随机地抽取一个单位作为初始单位，然后按事先规定好的规则确定其他样本元素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整群抽样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将总体中若干个单位合并为组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群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，抽样时直接抽取群，再对中选群中的所有单位全部实施调查。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C232A3-588B-1456-A5B8-B121F6BE0FFD}"/>
              </a:ext>
            </a:extLst>
          </p:cNvPr>
          <p:cNvSpPr txBox="1">
            <a:spLocks noChangeArrowheads="1"/>
          </p:cNvSpPr>
          <p:nvPr/>
        </p:nvSpPr>
        <p:spPr>
          <a:xfrm>
            <a:off x="695400" y="858909"/>
            <a:ext cx="388843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概率抽样方法</a:t>
            </a:r>
            <a:endParaRPr lang="en-US" altLang="zh-CN" sz="2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168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ED17133-21EF-4CEE-96D3-4A22EC4F4585}"/>
              </a:ext>
            </a:extLst>
          </p:cNvPr>
          <p:cNvSpPr txBox="1"/>
          <p:nvPr/>
        </p:nvSpPr>
        <p:spPr>
          <a:xfrm>
            <a:off x="335360" y="764704"/>
            <a:ext cx="11521280" cy="5127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为什么选择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？</a:t>
            </a:r>
            <a:endParaRPr kumimoji="0" lang="en-US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 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是一种被广泛使用的解释型、通用型、高级编程语言。</a:t>
            </a:r>
            <a:endParaRPr kumimoji="0" lang="en-US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早在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1991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Python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之父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Guido Van Rossum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就发布了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的第一个版本，如今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已“三十而立”。</a:t>
            </a:r>
            <a:endParaRPr kumimoji="0" lang="en-US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之所以这么流行，原因并不复杂，就是因为它不仅功能强大，而且易学易用。</a:t>
            </a:r>
            <a:endParaRPr kumimoji="0" lang="en-US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不仅拥有高级数据类型（如列表、元组、字典、集合等），而且能高效实现面向对象编程。此外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它还支持动态输入，再加上它解释型语言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(Interpreted Language)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的本质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能即时显示代码结果，因此非常便于调试，特别适合快速开发应用程序。</a:t>
            </a:r>
            <a:endParaRPr kumimoji="0" lang="en-US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DC9644B-7B9A-3D77-6E53-7A5D4A00E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40C4AD19-277B-8DEE-9045-669D02099172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D268A5E-0377-29E0-D0EF-A0A042A9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CFDE-8FCB-4373-9BCD-83FBD00ED35E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9120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ED17133-21EF-4CEE-96D3-4A22EC4F4585}"/>
              </a:ext>
            </a:extLst>
          </p:cNvPr>
          <p:cNvSpPr txBox="1"/>
          <p:nvPr/>
        </p:nvSpPr>
        <p:spPr>
          <a:xfrm>
            <a:off x="335360" y="764704"/>
            <a:ext cx="115212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是一款面向对象的解释型计算机语言。开源、代码可读性强，可实现高效开发等是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的重要特征</a:t>
            </a:r>
            <a:endParaRPr lang="en-US" altLang="zh-CN" sz="2400" dirty="0">
              <a:effectLst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面向对象的程序设计（</a:t>
            </a: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Object Oriented Programming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OOP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）是相对面向过程的程序设计而言的。</a:t>
            </a:r>
            <a:endParaRPr lang="en-US" altLang="zh-CN" sz="24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-OOP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采用“封装”的思想，将具有一定独立性和通用性的处理过程和变量（数据），封装在</a:t>
            </a:r>
            <a:r>
              <a:rPr lang="zh-CN" altLang="zh-CN" sz="2400" u="sng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“对象”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</a:t>
            </a:r>
            <a:endParaRPr lang="en-US" altLang="zh-CN" sz="24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变量称为对象的“属性”，变量值对应属性值（有具体变量值的对象称为“对象实例”）</a:t>
            </a:r>
            <a:r>
              <a:rPr lang="zh-CN" altLang="en-US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处理过程称为对象的“方法”</a:t>
            </a:r>
            <a:r>
              <a:rPr lang="zh-CN" altLang="en-US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多个具有内在联系的对象可进一步封装在“类”中</a:t>
            </a:r>
            <a:endParaRPr lang="en-US" altLang="zh-CN" sz="24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数据分析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领域获得广泛使用的原因</a:t>
            </a:r>
            <a:r>
              <a:rPr lang="zh-CN" altLang="en-US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4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简明易用，严谨专业</a:t>
            </a:r>
            <a:r>
              <a:rPr lang="zh-CN" altLang="en-US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良好的开发社区生态</a:t>
            </a:r>
            <a:r>
              <a:rPr lang="zh-CN" altLang="en-US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丰富的第三方程序包</a:t>
            </a:r>
            <a:endParaRPr lang="en-US" altLang="zh-CN" sz="24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尤其是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Pandas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SciPy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Matplotlib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Scikit-learn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等第三方包在数据组织、科学计算、可视化、机器学习等方面有着极为成熟、丰富和卓越的表现。</a:t>
            </a:r>
            <a:endParaRPr lang="en-US" altLang="zh-CN" sz="2400" dirty="0">
              <a:effectLst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SciPy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基础上开发的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Scikit-learn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，是专门面向机器学习的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第三方包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DC9644B-7B9A-3D77-6E53-7A5D4A00E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40C4AD19-277B-8DEE-9045-669D02099172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860581-BA5A-C5A8-A76B-A85E66FCC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CFDE-8FCB-4373-9BCD-83FBD00ED35E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4023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DC9644B-7B9A-3D77-6E53-7A5D4A00E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40C4AD19-277B-8DEE-9045-669D02099172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A1F6C5-60C9-ECBC-E472-318FCE1FE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908721"/>
            <a:ext cx="7921821" cy="424847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3D07067-AB77-AC43-15E6-F3F52B51953C}"/>
              </a:ext>
            </a:extLst>
          </p:cNvPr>
          <p:cNvSpPr txBox="1"/>
          <p:nvPr/>
        </p:nvSpPr>
        <p:spPr>
          <a:xfrm>
            <a:off x="1415480" y="5441447"/>
            <a:ext cx="60952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140705710029368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   &lt;class 'str’&gt;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    [1, 2, 3, 4, 5]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AB8AF15-FDC4-41C9-BC5D-4EA4AF455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CFDE-8FCB-4373-9BCD-83FBD00ED35E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5185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DC9644B-7B9A-3D77-6E53-7A5D4A00E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40C4AD19-277B-8DEE-9045-669D02099172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D07067-AB77-AC43-15E6-F3F52B51953C}"/>
              </a:ext>
            </a:extLst>
          </p:cNvPr>
          <p:cNvSpPr txBox="1"/>
          <p:nvPr/>
        </p:nvSpPr>
        <p:spPr>
          <a:xfrm>
            <a:off x="695400" y="692696"/>
            <a:ext cx="10153128" cy="448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中常用的库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社区的生态已然非常完备，为我们提供了很多高质量的类库。这时，我们没有必要重复造轮子。对于一些优秀的类库而言，采用“拿来主义”，为我所用。以下是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数据分析常用类库：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数值计算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“Numeric” (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数值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“Python”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的混合简写。它是处理数值计算的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库。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-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为了提高性能，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参考了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CPython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的设计，其本身也是用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语言开 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发的。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-NumPy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除了提供一些数学运算函数，还提供与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MATLAB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相似的功能与操作方式，可让用户高效地直接操作向量或矩阵。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04B312B-1F8A-D1A0-3CAC-20A75F32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CFDE-8FCB-4373-9BCD-83FBD00ED35E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042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DC9644B-7B9A-3D77-6E53-7A5D4A00E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40C4AD19-277B-8DEE-9045-669D02099172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D07067-AB77-AC43-15E6-F3F52B51953C}"/>
              </a:ext>
            </a:extLst>
          </p:cNvPr>
          <p:cNvSpPr txBox="1"/>
          <p:nvPr/>
        </p:nvSpPr>
        <p:spPr>
          <a:xfrm>
            <a:off x="695400" y="692696"/>
            <a:ext cx="10873208" cy="448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中常用的库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科学计算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SciPy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。它是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“Science”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“Python”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的组合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即面向科学计算的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库。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-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SciPy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构建于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之上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功能更为强大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在常微分方程求解、线性代数、信号处理、图像处理及稀疏矩阵操作等方面，均能提供强有力的支持。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</a:t>
            </a:r>
          </a:p>
          <a:p>
            <a:pPr marR="0" lvl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相比于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是一个纯数学层面的计算模块，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SciPy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是一个更为高阶的科学计算库。比如说，如果要对矩阵进行操作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只用到纯数学的基础模块，可在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库中找到对应的模块。但如果想要实现特定功能，如稀疏矩阵操作，那相应模块可能就需要在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SciPy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库中找了。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SciPy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库需要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库的支持。出于这种依赖关系，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库的安装要先于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SciPy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库的安装。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32E0EB3-3EDC-A280-4170-8555C57B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CFDE-8FCB-4373-9BCD-83FBD00ED35E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1964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DC9644B-7B9A-3D77-6E53-7A5D4A00E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40C4AD19-277B-8DEE-9045-669D02099172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D07067-AB77-AC43-15E6-F3F52B51953C}"/>
              </a:ext>
            </a:extLst>
          </p:cNvPr>
          <p:cNvSpPr txBox="1"/>
          <p:nvPr/>
        </p:nvSpPr>
        <p:spPr>
          <a:xfrm>
            <a:off x="659396" y="836712"/>
            <a:ext cx="10873208" cy="448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中常用的库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数据分析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Pandas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。英文全称是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“Python Data Analysis Library”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Pandas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是一款面向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的数据分析库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它同样基于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库构建而成。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-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Pandas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库提供了操作大型数据集所需的高效工具。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在数据预处理或数据清洗上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Pandas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提供了处理缺失值、转换、合并及其他类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SQL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的功能。在某种程度上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Pandas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是实施数据清洗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整理最好用的工具之一。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图形绘制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Matplotlib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提供了绘图功能非常强大的类库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Matplotlib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使用该库可以很方便地绘制散点图、折线图、条形图、直方图、饼图等专业图形。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-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Matplotlib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也可以作为其他更高阶绘图工具的基础库。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59C30CB-6098-E052-EA37-32B4D989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CFDE-8FCB-4373-9BCD-83FBD00ED35E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8285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DC9644B-7B9A-3D77-6E53-7A5D4A00E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40C4AD19-277B-8DEE-9045-669D02099172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D07067-AB77-AC43-15E6-F3F52B51953C}"/>
              </a:ext>
            </a:extLst>
          </p:cNvPr>
          <p:cNvSpPr txBox="1"/>
          <p:nvPr/>
        </p:nvSpPr>
        <p:spPr>
          <a:xfrm>
            <a:off x="659396" y="836712"/>
            <a:ext cx="10873208" cy="3595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中常用的库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scikit-learn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scikit-learn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构建于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SciPy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之上，提供了一系列经典的机器学习算法，如聚类、分类和回归等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也提供了一些数据集供初学者学习、使用。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十多年来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先后有超过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40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位机器学习专家参与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scikit-learn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代码的维护和更新工作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它已成为当前相对成熟的机器学习开源项目。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用于网站数据抓取的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Scrapy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，用于网络挖掘的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Pattern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，用于自然语言处理的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NLTK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和用于深度学习的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TensorFlow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A0991F0-4498-7CDE-1D23-308288CCD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FCFDE-8FCB-4373-9BCD-83FBD00ED35E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8435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C3BF57-58F4-B2E4-798D-B537FB6EA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490044A-AE3F-3EBE-262F-941F1E2A04A7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的下载与安装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E3ACE5D-D082-34B9-E2BD-8985A6BE55DD}"/>
              </a:ext>
            </a:extLst>
          </p:cNvPr>
          <p:cNvSpPr txBox="1"/>
          <p:nvPr/>
        </p:nvSpPr>
        <p:spPr>
          <a:xfrm>
            <a:off x="839416" y="1443841"/>
            <a:ext cx="1089806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版本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-Python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目前主要有两个版本，即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Python2.X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Python3.X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，两个版本存在较大差异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-Python3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的使用者越来越多，也是未来的趋势，建议大家使用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-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用户可以根据自己的平台选择相应的版本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下载并安装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-Python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官方网站（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https://www.python.org/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）下载所需版本，包括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Windows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版本，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Linux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版本和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Mac OX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版本</a:t>
            </a:r>
          </a:p>
        </p:txBody>
      </p:sp>
    </p:spTree>
    <p:extLst>
      <p:ext uri="{BB962C8B-B14F-4D97-AF65-F5344CB8AC3E}">
        <p14:creationId xmlns:p14="http://schemas.microsoft.com/office/powerpoint/2010/main" val="145837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B3292B9-8D99-0401-2A29-DD60204F7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61877AAD-0750-6189-924A-1DBC270705D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的下载与安装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80015B-ED60-9B10-8C6C-22062260824A}"/>
              </a:ext>
            </a:extLst>
          </p:cNvPr>
          <p:cNvSpPr txBox="1"/>
          <p:nvPr/>
        </p:nvSpPr>
        <p:spPr>
          <a:xfrm>
            <a:off x="695400" y="1268760"/>
            <a:ext cx="84969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大体步骤有两步：</a:t>
            </a:r>
            <a:endParaRPr lang="en-US" altLang="zh-CN" sz="20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1.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安装 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，让电脑学会这门语言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2.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开发环境的构建。配置编辑器，方便我们编辑代码、调动 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endParaRPr lang="zh-CN" altLang="en-US" sz="20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262C7DE-F1A0-25B4-4C12-6034CE58D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808" y="3212976"/>
            <a:ext cx="7137902" cy="2959891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4B5844-DC27-C975-63F2-217D506E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677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9DB855E-D6E1-4FC0-BFFD-705798DAE62F}"/>
              </a:ext>
            </a:extLst>
          </p:cNvPr>
          <p:cNvSpPr/>
          <p:nvPr/>
        </p:nvSpPr>
        <p:spPr>
          <a:xfrm>
            <a:off x="6338176" y="857313"/>
            <a:ext cx="58260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网站：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https://www.python.org/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B3292B9-8D99-0401-2A29-DD60204F7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61877AAD-0750-6189-924A-1DBC270705D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的下载与安装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BF30EB-3719-9E3A-F414-52AC8CEAF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9" y="1400968"/>
            <a:ext cx="12192000" cy="54124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C830C5F5-C4B6-8844-396F-2B5A1C0FC4BA}"/>
                  </a:ext>
                </a:extLst>
              </p14:cNvPr>
              <p14:cNvContentPartPr/>
              <p14:nvPr/>
            </p14:nvContentPartPr>
            <p14:xfrm>
              <a:off x="2960845" y="4020166"/>
              <a:ext cx="1067040" cy="42660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C830C5F5-C4B6-8844-396F-2B5A1C0FC4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52205" y="4011526"/>
                <a:ext cx="108468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5CAE758E-B758-12EB-A654-1E93D85500C4}"/>
                  </a:ext>
                </a:extLst>
              </p14:cNvPr>
              <p14:cNvContentPartPr/>
              <p14:nvPr/>
            </p14:nvContentPartPr>
            <p14:xfrm>
              <a:off x="2997565" y="2660446"/>
              <a:ext cx="1264320" cy="69084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5CAE758E-B758-12EB-A654-1E93D85500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88565" y="2651446"/>
                <a:ext cx="1281960" cy="70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CFAB3CC4-F68B-81DB-A0B1-C42B9BFED682}"/>
                  </a:ext>
                </a:extLst>
              </p14:cNvPr>
              <p14:cNvContentPartPr/>
              <p14:nvPr/>
            </p14:nvContentPartPr>
            <p14:xfrm>
              <a:off x="5351965" y="4233646"/>
              <a:ext cx="940680" cy="468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CFAB3CC4-F68B-81DB-A0B1-C42B9BFED68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42965" y="4225006"/>
                <a:ext cx="958320" cy="223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DDF31E7-0605-B7D8-EBF9-B3FA413F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213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D5AC040-6717-6AAB-BD79-3EDBAFB9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8AF96BA-75C7-5459-AE67-127F41E67186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的下载与安装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CA4850F-BCA4-4C78-000E-E07704BF4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1085850"/>
            <a:ext cx="9639300" cy="4686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A53C2EC2-6AC3-AF3E-2232-1D9B516BE5E4}"/>
                  </a:ext>
                </a:extLst>
              </p14:cNvPr>
              <p14:cNvContentPartPr/>
              <p14:nvPr/>
            </p14:nvContentPartPr>
            <p14:xfrm>
              <a:off x="3627205" y="6018526"/>
              <a:ext cx="3384360" cy="4032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A53C2EC2-6AC3-AF3E-2232-1D9B516BE5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8205" y="6009526"/>
                <a:ext cx="3402000" cy="579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7E9A891-A1E0-F208-658D-A714F5B9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950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D5AC040-6717-6AAB-BD79-3EDBAFB9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8AF96BA-75C7-5459-AE67-127F41E67186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的下载与安装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C7A677-F0B5-E687-6A41-687CE61A3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21" y="602762"/>
            <a:ext cx="5692931" cy="3483264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6CA3E620-316A-85BE-A61A-095EE3F77EE3}"/>
              </a:ext>
            </a:extLst>
          </p:cNvPr>
          <p:cNvGrpSpPr/>
          <p:nvPr/>
        </p:nvGrpSpPr>
        <p:grpSpPr>
          <a:xfrm>
            <a:off x="6690805" y="5568166"/>
            <a:ext cx="652680" cy="48600"/>
            <a:chOff x="6690805" y="5568166"/>
            <a:chExt cx="652680" cy="4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A6E07783-91B6-5D6A-85B6-AB8AC42C8DFA}"/>
                    </a:ext>
                  </a:extLst>
                </p14:cNvPr>
                <p14:cNvContentPartPr/>
                <p14:nvPr/>
              </p14:nvContentPartPr>
              <p14:xfrm>
                <a:off x="6690805" y="5568166"/>
                <a:ext cx="187200" cy="2340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A6E07783-91B6-5D6A-85B6-AB8AC42C8D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55165" y="5532526"/>
                  <a:ext cx="258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353C9BCE-587D-65ED-E48D-5A0E89C568E8}"/>
                    </a:ext>
                  </a:extLst>
                </p14:cNvPr>
                <p14:cNvContentPartPr/>
                <p14:nvPr/>
              </p14:nvContentPartPr>
              <p14:xfrm>
                <a:off x="6877285" y="5607406"/>
                <a:ext cx="466200" cy="93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353C9BCE-587D-65ED-E48D-5A0E89C568E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41285" y="5571766"/>
                  <a:ext cx="53784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A049078E-D979-37C3-A2E7-6DB8D477BD7B}"/>
                  </a:ext>
                </a:extLst>
              </p14:cNvPr>
              <p14:cNvContentPartPr/>
              <p14:nvPr/>
            </p14:nvContentPartPr>
            <p14:xfrm>
              <a:off x="7011565" y="2630206"/>
              <a:ext cx="360" cy="36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A049078E-D979-37C3-A2E7-6DB8D477BD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75925" y="2594566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40FFB81E-47A2-13B9-892D-7F9BACFE8A4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9896" y="2854795"/>
            <a:ext cx="6479778" cy="4004648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FFD22E-6B4B-30E9-CD29-A7371FEC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498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D5AC040-6717-6AAB-BD79-3EDBAFB9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8AF96BA-75C7-5459-AE67-127F41E67186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的下载与安装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CA3E620-316A-85BE-A61A-095EE3F77EE3}"/>
              </a:ext>
            </a:extLst>
          </p:cNvPr>
          <p:cNvGrpSpPr/>
          <p:nvPr/>
        </p:nvGrpSpPr>
        <p:grpSpPr>
          <a:xfrm>
            <a:off x="6690805" y="5568166"/>
            <a:ext cx="652680" cy="48600"/>
            <a:chOff x="6690805" y="5568166"/>
            <a:chExt cx="652680" cy="4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A6E07783-91B6-5D6A-85B6-AB8AC42C8DFA}"/>
                    </a:ext>
                  </a:extLst>
                </p14:cNvPr>
                <p14:cNvContentPartPr/>
                <p14:nvPr/>
              </p14:nvContentPartPr>
              <p14:xfrm>
                <a:off x="6690805" y="5568166"/>
                <a:ext cx="187200" cy="2340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A6E07783-91B6-5D6A-85B6-AB8AC42C8DF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55165" y="5532526"/>
                  <a:ext cx="258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353C9BCE-587D-65ED-E48D-5A0E89C568E8}"/>
                    </a:ext>
                  </a:extLst>
                </p14:cNvPr>
                <p14:cNvContentPartPr/>
                <p14:nvPr/>
              </p14:nvContentPartPr>
              <p14:xfrm>
                <a:off x="6877285" y="5607406"/>
                <a:ext cx="466200" cy="93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353C9BCE-587D-65ED-E48D-5A0E89C568E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41285" y="5571766"/>
                  <a:ext cx="53784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A049078E-D979-37C3-A2E7-6DB8D477BD7B}"/>
                  </a:ext>
                </a:extLst>
              </p14:cNvPr>
              <p14:cNvContentPartPr/>
              <p14:nvPr/>
            </p14:nvContentPartPr>
            <p14:xfrm>
              <a:off x="7011565" y="2630206"/>
              <a:ext cx="360" cy="36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A049078E-D979-37C3-A2E7-6DB8D477BD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75925" y="2594566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图片 19">
            <a:extLst>
              <a:ext uri="{FF2B5EF4-FFF2-40B4-BE49-F238E27FC236}">
                <a16:creationId xmlns:a16="http://schemas.microsoft.com/office/drawing/2014/main" id="{B9CC5DF0-E3CB-F542-7AE6-16827AED61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52" y="548564"/>
            <a:ext cx="6545172" cy="40605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F67467E-7FDB-C821-C402-0145B45239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3409" y="3001771"/>
            <a:ext cx="6654205" cy="3706344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DCF46DA-5511-906E-8F81-CE8CC35BF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519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D5AC040-6717-6AAB-BD79-3EDBAFB9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8AF96BA-75C7-5459-AE67-127F41E67186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的下载与安装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CA3E620-316A-85BE-A61A-095EE3F77EE3}"/>
              </a:ext>
            </a:extLst>
          </p:cNvPr>
          <p:cNvGrpSpPr/>
          <p:nvPr/>
        </p:nvGrpSpPr>
        <p:grpSpPr>
          <a:xfrm>
            <a:off x="6690805" y="5568166"/>
            <a:ext cx="652680" cy="48600"/>
            <a:chOff x="6690805" y="5568166"/>
            <a:chExt cx="652680" cy="4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A6E07783-91B6-5D6A-85B6-AB8AC42C8DFA}"/>
                    </a:ext>
                  </a:extLst>
                </p14:cNvPr>
                <p14:cNvContentPartPr/>
                <p14:nvPr/>
              </p14:nvContentPartPr>
              <p14:xfrm>
                <a:off x="6690805" y="5568166"/>
                <a:ext cx="187200" cy="2340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A6E07783-91B6-5D6A-85B6-AB8AC42C8DF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55165" y="5532526"/>
                  <a:ext cx="258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353C9BCE-587D-65ED-E48D-5A0E89C568E8}"/>
                    </a:ext>
                  </a:extLst>
                </p14:cNvPr>
                <p14:cNvContentPartPr/>
                <p14:nvPr/>
              </p14:nvContentPartPr>
              <p14:xfrm>
                <a:off x="6877285" y="5607406"/>
                <a:ext cx="466200" cy="93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353C9BCE-587D-65ED-E48D-5A0E89C568E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41285" y="5571766"/>
                  <a:ext cx="53784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A049078E-D979-37C3-A2E7-6DB8D477BD7B}"/>
                  </a:ext>
                </a:extLst>
              </p14:cNvPr>
              <p14:cNvContentPartPr/>
              <p14:nvPr/>
            </p14:nvContentPartPr>
            <p14:xfrm>
              <a:off x="7011565" y="2630206"/>
              <a:ext cx="360" cy="36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A049078E-D979-37C3-A2E7-6DB8D477BD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75925" y="2594566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8014D125-8B2C-236B-01AB-CC06FCE7D5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3432" y="1131562"/>
            <a:ext cx="5272295" cy="273082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AFF6264-CB15-18CF-BE39-EC627E614A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392" y="4503754"/>
            <a:ext cx="7161589" cy="198650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03F095E-4146-30FB-0B76-D7145FE6F12B}"/>
              </a:ext>
            </a:extLst>
          </p:cNvPr>
          <p:cNvSpPr txBox="1"/>
          <p:nvPr/>
        </p:nvSpPr>
        <p:spPr>
          <a:xfrm>
            <a:off x="551384" y="3895669"/>
            <a:ext cx="79699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进入命令行，输入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，出现这样的界面则表示成功安装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DE66CF-08B0-8E04-ABE1-7D736957FDB2}"/>
              </a:ext>
            </a:extLst>
          </p:cNvPr>
          <p:cNvSpPr txBox="1"/>
          <p:nvPr/>
        </p:nvSpPr>
        <p:spPr>
          <a:xfrm>
            <a:off x="689129" y="623365"/>
            <a:ext cx="60952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测试一下，能否调用，同时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按下</a:t>
            </a:r>
            <a:r>
              <a:rPr lang="en-US" altLang="zh-CN" sz="20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win+R</a:t>
            </a:r>
            <a:endParaRPr lang="zh-CN" altLang="en-US" sz="20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21BC6D8-99D4-7614-E245-E295B368A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631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hello world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806589CF-0683-0060-35BE-F9588B4AF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96752"/>
            <a:ext cx="11107737" cy="4370387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在命令行输入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“python” 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，启动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解释器。</a:t>
            </a:r>
            <a:endParaRPr lang="en-US" altLang="zh-CN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&gt;&gt;&gt; print("Hello World")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Hello World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&gt;&gt;&gt; 1+1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2C92F2-585B-4180-396A-5B0A4A2C7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61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脚本文件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806589CF-0683-0060-35BE-F9588B4AF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96752"/>
            <a:ext cx="11107737" cy="4370387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有时我们希望编写完若干行代码之后，再一起执行前面编写的代码。</a:t>
            </a:r>
            <a:endParaRPr lang="en-US" altLang="zh-CN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创建一个以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为扩展名的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源文件。然后运行这个源文件。</a:t>
            </a:r>
            <a:endParaRPr lang="en-US" altLang="zh-CN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可以利用一个纯粹的文本编辑器来编写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程序，然后将其另存为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文件。但一般来说，纯文本编辑器对用户并不友好。比如说，它可能没有代码行号，也缺乏语法高亮功能。此外，它和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的解释器没有关联，因此调试困难。</a:t>
            </a:r>
            <a:endParaRPr lang="en-US" altLang="zh-CN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于是，很多集成开发环境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(Integrated Development Environment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IDE)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应运而生。开发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IDE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有很多，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自带的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IDLE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PyCharm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集成的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Spyder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D5DC834-68DB-479C-74BF-FC60546EB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490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D5AC040-6717-6AAB-BD79-3EDBAFB9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8AF96BA-75C7-5459-AE67-127F41E67186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 IDE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CA3E620-316A-85BE-A61A-095EE3F77EE3}"/>
              </a:ext>
            </a:extLst>
          </p:cNvPr>
          <p:cNvGrpSpPr/>
          <p:nvPr/>
        </p:nvGrpSpPr>
        <p:grpSpPr>
          <a:xfrm>
            <a:off x="6690805" y="5568166"/>
            <a:ext cx="652680" cy="48600"/>
            <a:chOff x="6690805" y="5568166"/>
            <a:chExt cx="652680" cy="4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A6E07783-91B6-5D6A-85B6-AB8AC42C8DFA}"/>
                    </a:ext>
                  </a:extLst>
                </p14:cNvPr>
                <p14:cNvContentPartPr/>
                <p14:nvPr/>
              </p14:nvContentPartPr>
              <p14:xfrm>
                <a:off x="6690805" y="5568166"/>
                <a:ext cx="187200" cy="2340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A6E07783-91B6-5D6A-85B6-AB8AC42C8DF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55165" y="5532526"/>
                  <a:ext cx="258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353C9BCE-587D-65ED-E48D-5A0E89C568E8}"/>
                    </a:ext>
                  </a:extLst>
                </p14:cNvPr>
                <p14:cNvContentPartPr/>
                <p14:nvPr/>
              </p14:nvContentPartPr>
              <p14:xfrm>
                <a:off x="6877285" y="5607406"/>
                <a:ext cx="466200" cy="93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353C9BCE-587D-65ED-E48D-5A0E89C568E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41285" y="5571766"/>
                  <a:ext cx="53784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A049078E-D979-37C3-A2E7-6DB8D477BD7B}"/>
                  </a:ext>
                </a:extLst>
              </p14:cNvPr>
              <p14:cNvContentPartPr/>
              <p14:nvPr/>
            </p14:nvContentPartPr>
            <p14:xfrm>
              <a:off x="7011565" y="2630206"/>
              <a:ext cx="360" cy="36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A049078E-D979-37C3-A2E7-6DB8D477BD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75925" y="2594566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903F095E-4146-30FB-0B76-D7145FE6F12B}"/>
              </a:ext>
            </a:extLst>
          </p:cNvPr>
          <p:cNvSpPr txBox="1"/>
          <p:nvPr/>
        </p:nvSpPr>
        <p:spPr>
          <a:xfrm>
            <a:off x="1127448" y="2060848"/>
            <a:ext cx="502975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文本工具类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IDE   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0"/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0"/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IDLE</a:t>
            </a:r>
          </a:p>
          <a:p>
            <a:pPr lvl="0"/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Notepad++</a:t>
            </a:r>
          </a:p>
          <a:p>
            <a:pPr lvl="0"/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Sublime Text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（专为程序员开发）</a:t>
            </a:r>
            <a:endParaRPr lang="en-US" altLang="zh-CN" sz="28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0"/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Vim &amp; Emacs</a:t>
            </a:r>
          </a:p>
          <a:p>
            <a:pPr lvl="0"/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Atom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03CF10-3383-8528-721B-4CF12DCE2547}"/>
              </a:ext>
            </a:extLst>
          </p:cNvPr>
          <p:cNvSpPr txBox="1"/>
          <p:nvPr/>
        </p:nvSpPr>
        <p:spPr>
          <a:xfrm>
            <a:off x="6706419" y="2090172"/>
            <a:ext cx="46950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集成工具类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IDE</a:t>
            </a:r>
          </a:p>
          <a:p>
            <a:pPr lvl="0"/>
            <a:endParaRPr lang="en-US" altLang="zh-CN" sz="28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sz="28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PYCharm</a:t>
            </a:r>
            <a:endParaRPr lang="en-US" altLang="zh-CN" sz="28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Wing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（适合多人共同开发）</a:t>
            </a:r>
            <a:endParaRPr lang="en-US" altLang="zh-CN" sz="28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Visual Studio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win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环境为主）</a:t>
            </a:r>
            <a:endParaRPr lang="en-US" altLang="zh-CN" sz="28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 &amp; Spyder 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（开源免费，适合数据计算开发，多平台）</a:t>
            </a:r>
            <a:endParaRPr lang="en-US" altLang="zh-CN" sz="28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Canopy</a:t>
            </a:r>
            <a:endParaRPr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A6EA8D-90EA-3EE2-8889-1612BC192BD7}"/>
              </a:ext>
            </a:extLst>
          </p:cNvPr>
          <p:cNvSpPr txBox="1"/>
          <p:nvPr/>
        </p:nvSpPr>
        <p:spPr>
          <a:xfrm>
            <a:off x="883375" y="913410"/>
            <a:ext cx="6094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常用的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Python IDE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E3A65F7-3998-9A1C-928F-CEE3F707A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231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D5AC040-6717-6AAB-BD79-3EDBAFB9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8AF96BA-75C7-5459-AE67-127F41E67186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开发环境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CA3E620-316A-85BE-A61A-095EE3F77EE3}"/>
              </a:ext>
            </a:extLst>
          </p:cNvPr>
          <p:cNvGrpSpPr/>
          <p:nvPr/>
        </p:nvGrpSpPr>
        <p:grpSpPr>
          <a:xfrm>
            <a:off x="6690805" y="5568166"/>
            <a:ext cx="652680" cy="48600"/>
            <a:chOff x="6690805" y="5568166"/>
            <a:chExt cx="652680" cy="4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A6E07783-91B6-5D6A-85B6-AB8AC42C8DFA}"/>
                    </a:ext>
                  </a:extLst>
                </p14:cNvPr>
                <p14:cNvContentPartPr/>
                <p14:nvPr/>
              </p14:nvContentPartPr>
              <p14:xfrm>
                <a:off x="6690805" y="5568166"/>
                <a:ext cx="187200" cy="2340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A6E07783-91B6-5D6A-85B6-AB8AC42C8DF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55165" y="5532526"/>
                  <a:ext cx="258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353C9BCE-587D-65ED-E48D-5A0E89C568E8}"/>
                    </a:ext>
                  </a:extLst>
                </p14:cNvPr>
                <p14:cNvContentPartPr/>
                <p14:nvPr/>
              </p14:nvContentPartPr>
              <p14:xfrm>
                <a:off x="6877285" y="5607406"/>
                <a:ext cx="466200" cy="93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353C9BCE-587D-65ED-E48D-5A0E89C568E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41285" y="5571766"/>
                  <a:ext cx="53784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A049078E-D979-37C3-A2E7-6DB8D477BD7B}"/>
                  </a:ext>
                </a:extLst>
              </p14:cNvPr>
              <p14:cNvContentPartPr/>
              <p14:nvPr/>
            </p14:nvContentPartPr>
            <p14:xfrm>
              <a:off x="7011565" y="2630206"/>
              <a:ext cx="360" cy="36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A049078E-D979-37C3-A2E7-6DB8D477BD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75925" y="2594566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903F095E-4146-30FB-0B76-D7145FE6F12B}"/>
              </a:ext>
            </a:extLst>
          </p:cNvPr>
          <p:cNvSpPr txBox="1"/>
          <p:nvPr/>
        </p:nvSpPr>
        <p:spPr>
          <a:xfrm>
            <a:off x="839416" y="980728"/>
            <a:ext cx="1072919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开发环境使用（编程工具）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 IDE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集成开发工具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需要理解和掌握如下工具的使用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-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Conda</a:t>
            </a:r>
            <a:r>
              <a: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uLnTx/>
                <a:uFillTx/>
                <a:latin typeface="-apple-system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一个开源的软件包管理系统和环境管理系统，用于安装、运行和升级软件包及其依赖项。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是一个基于</a:t>
            </a:r>
            <a:r>
              <a:rPr lang="en-US" altLang="zh-CN" sz="28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Conda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的集成平台。</a:t>
            </a:r>
            <a:endParaRPr lang="en-US" altLang="zh-CN" sz="28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-Spyder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，专为科学计算和数据分析打造的开源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集成开发环境（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IDE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），为用户提供了类似于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MATLAB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的工作环境，具有强大的调试和可视化功能。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-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，一个基于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Web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的交互式计算环境，它允许你创建和共享包含实时代码、方程、可视化和文本的文档。核心是一个文档，其中包含了一系列的单元格（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cell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），每个单元格可以包含代码、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Markdown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文本、数学公式、图像等。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F2A6C5-B462-B28C-48FB-59938FA34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608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D5AC040-6717-6AAB-BD79-3EDBAFB9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8AF96BA-75C7-5459-AE67-127F41E67186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54006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集成开发环境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CA3E620-316A-85BE-A61A-095EE3F77EE3}"/>
              </a:ext>
            </a:extLst>
          </p:cNvPr>
          <p:cNvGrpSpPr/>
          <p:nvPr/>
        </p:nvGrpSpPr>
        <p:grpSpPr>
          <a:xfrm>
            <a:off x="6690805" y="5568166"/>
            <a:ext cx="652680" cy="48600"/>
            <a:chOff x="6690805" y="5568166"/>
            <a:chExt cx="652680" cy="4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A6E07783-91B6-5D6A-85B6-AB8AC42C8DFA}"/>
                    </a:ext>
                  </a:extLst>
                </p14:cNvPr>
                <p14:cNvContentPartPr/>
                <p14:nvPr/>
              </p14:nvContentPartPr>
              <p14:xfrm>
                <a:off x="6690805" y="5568166"/>
                <a:ext cx="187200" cy="2340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A6E07783-91B6-5D6A-85B6-AB8AC42C8DF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55165" y="5532526"/>
                  <a:ext cx="258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353C9BCE-587D-65ED-E48D-5A0E89C568E8}"/>
                    </a:ext>
                  </a:extLst>
                </p14:cNvPr>
                <p14:cNvContentPartPr/>
                <p14:nvPr/>
              </p14:nvContentPartPr>
              <p14:xfrm>
                <a:off x="6877285" y="5607406"/>
                <a:ext cx="466200" cy="93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353C9BCE-587D-65ED-E48D-5A0E89C568E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41285" y="5571766"/>
                  <a:ext cx="53784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A049078E-D979-37C3-A2E7-6DB8D477BD7B}"/>
                  </a:ext>
                </a:extLst>
              </p14:cNvPr>
              <p14:cNvContentPartPr/>
              <p14:nvPr/>
            </p14:nvContentPartPr>
            <p14:xfrm>
              <a:off x="7011565" y="2630206"/>
              <a:ext cx="360" cy="36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A049078E-D979-37C3-A2E7-6DB8D477BD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75925" y="2594566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1359C2EA-77B8-4389-642F-28E7201896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1904" y="3349286"/>
            <a:ext cx="6628880" cy="354424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922AA50-862F-389A-DC83-785FC3C92274}"/>
              </a:ext>
            </a:extLst>
          </p:cNvPr>
          <p:cNvSpPr txBox="1"/>
          <p:nvPr/>
        </p:nvSpPr>
        <p:spPr>
          <a:xfrm>
            <a:off x="7176120" y="1052736"/>
            <a:ext cx="2952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启动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Spyder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后的界面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2FB007-13DD-CFF3-8E7B-62C8B0C9D16E}"/>
              </a:ext>
            </a:extLst>
          </p:cNvPr>
          <p:cNvSpPr txBox="1"/>
          <p:nvPr/>
        </p:nvSpPr>
        <p:spPr>
          <a:xfrm>
            <a:off x="2711624" y="5607406"/>
            <a:ext cx="244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编译环境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BF66B6E8-1830-5EE9-E4D8-6BF953EA78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52" y="588774"/>
            <a:ext cx="6806233" cy="414908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FCF51B-F64D-5141-2A83-C6070319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419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74B3665-8E0F-4199-AAAC-6FC2BFB5BBE8}"/>
              </a:ext>
            </a:extLst>
          </p:cNvPr>
          <p:cNvSpPr txBox="1"/>
          <p:nvPr/>
        </p:nvSpPr>
        <p:spPr>
          <a:xfrm>
            <a:off x="479376" y="836712"/>
            <a:ext cx="1123324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zh-CN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简介</a:t>
            </a:r>
            <a:r>
              <a:rPr lang="zh-CN" altLang="en-US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是一款兼容</a:t>
            </a:r>
            <a:r>
              <a:rPr lang="en-US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Windows</a:t>
            </a:r>
            <a:r>
              <a:rPr lang="zh-CN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Mac OS X.</a:t>
            </a:r>
            <a:r>
              <a:rPr lang="zh-CN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环境，支持</a:t>
            </a:r>
            <a:r>
              <a:rPr lang="en-US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 2</a:t>
            </a:r>
            <a:r>
              <a:rPr lang="zh-CN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系列和</a:t>
            </a:r>
            <a:r>
              <a:rPr lang="en-US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 3</a:t>
            </a:r>
            <a:r>
              <a:rPr lang="zh-CN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系列的，且可方便快捷完成机器学习和数据科学任务的开源</a:t>
            </a:r>
            <a:r>
              <a:rPr lang="en-US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IDE</a:t>
            </a:r>
            <a:r>
              <a:rPr lang="zh-CN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。通常将</a:t>
            </a:r>
            <a:r>
              <a:rPr lang="en-US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可视为</a:t>
            </a:r>
            <a:r>
              <a:rPr lang="en-US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zh-CN" sz="28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的发行版。</a:t>
            </a:r>
            <a:endParaRPr lang="en-US" altLang="zh-CN" sz="2800" dirty="0">
              <a:effectLst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-Anaconda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的官方下载地址为：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https://www.anaconda.com/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1" kern="100" dirty="0">
              <a:latin typeface="Calibri" panose="020F0502020204030204" pitchFamily="34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1" kern="100" dirty="0">
              <a:latin typeface="Calibri" panose="020F0502020204030204" pitchFamily="34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1" kern="100" dirty="0">
              <a:latin typeface="Calibri" panose="020F0502020204030204" pitchFamily="34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1" kern="100" dirty="0">
              <a:latin typeface="Calibri" panose="020F0502020204030204" pitchFamily="34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1" kern="100" dirty="0">
              <a:latin typeface="Calibri" panose="020F0502020204030204" pitchFamily="34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81849F2-1AFE-44D5-BC1A-51677F9D17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35760" y="3356992"/>
            <a:ext cx="3744416" cy="151216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EF6FB8D-3ED7-1A24-4CFD-DE69D5F87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395D5F44-B5A5-B60E-0F16-C70DAFBD207D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的集成开发环境：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Anaconda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CF5117-03EB-7D80-BD6B-7723C668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573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9DB855E-D6E1-4FC0-BFFD-705798DAE62F}"/>
              </a:ext>
            </a:extLst>
          </p:cNvPr>
          <p:cNvSpPr/>
          <p:nvPr/>
        </p:nvSpPr>
        <p:spPr>
          <a:xfrm>
            <a:off x="6095999" y="483597"/>
            <a:ext cx="58260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https://www.anaconda.com/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B1F817-29DB-47D8-A990-BD1A49C0E9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09" t="15127" r="2197" b="11518"/>
          <a:stretch/>
        </p:blipFill>
        <p:spPr>
          <a:xfrm>
            <a:off x="494145" y="1582615"/>
            <a:ext cx="11203709" cy="5030621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5C32B618-B089-43CC-8DB7-AF67F0C94C73}"/>
              </a:ext>
            </a:extLst>
          </p:cNvPr>
          <p:cNvSpPr/>
          <p:nvPr/>
        </p:nvSpPr>
        <p:spPr>
          <a:xfrm>
            <a:off x="1911928" y="1784123"/>
            <a:ext cx="2586182" cy="148314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62727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的集成开发环境：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Anaconda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D8B201-75D1-365E-3A88-8145D87C7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9569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的集成开发环境：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Anaconda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806589CF-0683-0060-35BE-F9588B4AF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96752"/>
            <a:ext cx="11107737" cy="4370387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的集成开发环境，内置了许多非常有用的第三方库，包含</a:t>
            </a:r>
            <a:r>
              <a:rPr lang="en-US" altLang="zh-CN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Pandas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Matplotlib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190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多个常用包及其依赖项。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645DD65-8C60-1FC5-43E2-AD77C93A449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44" y="2420888"/>
            <a:ext cx="4174808" cy="29959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0F2130-7B0A-14EE-3A35-73961ADD5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356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的集成开发环境：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Anaconda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806589CF-0683-0060-35BE-F9588B4AF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96752"/>
            <a:ext cx="11107737" cy="4370387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清华大学镜像网站下载最新版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https://mirrors.tuna.tsinghua.edu.cn/anaconda/archive/?C=M&amp;O=D</a:t>
            </a:r>
            <a:endParaRPr lang="zh-CN" altLang="en-US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2507D6-65E9-F6CB-5CCA-81717E4EC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632" y="2708920"/>
            <a:ext cx="5384602" cy="3645024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FFF309-0922-9506-3AB7-FF26BFF4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4786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的集成开发环境：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Anaconda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AC9E409-A926-9394-ACB9-207104683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615361"/>
            <a:ext cx="5184576" cy="332916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97941C5-2AF6-56BB-37C3-E50D147FA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43" y="3501008"/>
            <a:ext cx="4392488" cy="298988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159F44E-F2CB-1351-5AEC-D0DECBA31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961" y="548564"/>
            <a:ext cx="5582196" cy="3888507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C978CB6-46BE-8D5E-A4C7-F72A4FB7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8894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conda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806589CF-0683-0060-35BE-F9588B4AF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764704"/>
            <a:ext cx="11107737" cy="4370387"/>
          </a:xfrm>
        </p:spPr>
        <p:txBody>
          <a:bodyPr>
            <a:no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提供了强大且方便的类库管理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拥有超过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1000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个数据处理包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与环境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即包的依赖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管理功能，可以很方便地解决多版本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并存、切换及各种第三方库的安装依赖问题。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通常利用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conda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进行类包和环境的管理。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conda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的设计理念是把所有的工具、第三方包都一视同仁当作包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(package)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对待。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安装完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之后，在命令行就可以把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conda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当作一个可执行命令使用。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conda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使用最多的参数就是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install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命令。比如，我们要安装科学计算库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 (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类库名为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，全部小写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，则在命令行输入如下命令，并按下回车键即可：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conda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install 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；再比如，查看已经安装的类库：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conda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list </a:t>
            </a:r>
            <a:endParaRPr lang="zh-CN" altLang="en-US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02A742-DC19-A60E-6242-DEA9F99C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2609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74B3665-8E0F-4199-AAAC-6FC2BFB5BBE8}"/>
              </a:ext>
            </a:extLst>
          </p:cNvPr>
          <p:cNvSpPr txBox="1"/>
          <p:nvPr/>
        </p:nvSpPr>
        <p:spPr>
          <a:xfrm>
            <a:off x="479376" y="836712"/>
            <a:ext cx="1123324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 Prompt</a:t>
            </a: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的使用</a:t>
            </a:r>
            <a:endParaRPr kumimoji="0" lang="en-US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发行版自带的一个命令行工具，专门用于管理 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conda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环境和包，它预先配置了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的环境变量，因此可以直接使用 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conda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相关命令，无需手动设置路径。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主要作用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环境管理：创建、激活、删除不同的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环境，避免不同项目的依赖包冲突（例如一个项目需要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 3.7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，另一个需要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 3.9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）。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包管理：安装、更新、卸载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包（如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Pandas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TensorFlow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等），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conda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会自动处理包之间的依赖关系。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16D60F7-5E6C-4B16-BEA3-21C9FBA2FF9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51584" y="4725144"/>
            <a:ext cx="5274310" cy="15856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EF6FB8D-3ED7-1A24-4CFD-DE69D5F87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395D5F44-B5A5-B60E-0F16-C70DAFBD207D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Anaconda Prompt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CF5117-03EB-7D80-BD6B-7723C668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CFC0D3-8C95-45E7-BFA0-304BAC6C64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52634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E02DCCFF-CD4D-458C-82FB-53D233D10CF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952" y="2999332"/>
            <a:ext cx="6352489" cy="37062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DB140B-650D-CCF2-7D13-B5373E38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E4B44E8-0BE6-A9F2-2593-6DB02D2D12E7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的集成开发环境：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Anaconda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549DBE-E8FF-4EAE-FA62-FA8AA0243011}"/>
              </a:ext>
            </a:extLst>
          </p:cNvPr>
          <p:cNvSpPr txBox="1"/>
          <p:nvPr/>
        </p:nvSpPr>
        <p:spPr>
          <a:xfrm>
            <a:off x="431434" y="908720"/>
            <a:ext cx="71047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Spyder</a:t>
            </a:r>
            <a:endParaRPr lang="zh-CN" altLang="en-US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该界面类似于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MATLAB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Windows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开始窗口找到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后在子目录中找到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Spyder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，点击后即可打开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Spyder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界面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Spyder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界面由多个窗格组成，使用者可根据需要调整位置和大小</a:t>
            </a:r>
          </a:p>
        </p:txBody>
      </p:sp>
    </p:spTree>
    <p:extLst>
      <p:ext uri="{BB962C8B-B14F-4D97-AF65-F5344CB8AC3E}">
        <p14:creationId xmlns:p14="http://schemas.microsoft.com/office/powerpoint/2010/main" val="148067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的集成开发环境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内容占位符 1">
            <a:extLst>
              <a:ext uri="{FF2B5EF4-FFF2-40B4-BE49-F238E27FC236}">
                <a16:creationId xmlns:a16="http://schemas.microsoft.com/office/drawing/2014/main" id="{E4F4FFDA-704F-2D78-567C-52FC5E46D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63" y="1754188"/>
            <a:ext cx="11107737" cy="4370387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目前，</a:t>
            </a:r>
            <a:r>
              <a:rPr lang="en-US" altLang="zh-CN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库也是比较常用的开发环境，他包括</a:t>
            </a:r>
            <a:r>
              <a:rPr lang="en-US" altLang="zh-CN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JupyterLab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910CC1A-425C-2C61-0437-D25A2BEDDD7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19530" y="2889248"/>
            <a:ext cx="3960000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D18C3C3-A2D0-87F5-B46E-E16AF26A068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807391" y="2889248"/>
            <a:ext cx="3960000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DCF9D224-83BE-D3B5-D1A1-CA35B1790542}"/>
              </a:ext>
            </a:extLst>
          </p:cNvPr>
          <p:cNvSpPr txBox="1">
            <a:spLocks/>
          </p:cNvSpPr>
          <p:nvPr/>
        </p:nvSpPr>
        <p:spPr>
          <a:xfrm>
            <a:off x="423863" y="1138238"/>
            <a:ext cx="11107737" cy="427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BF81E6-3EC7-70D2-8E50-650BF5A88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7860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8B05E1A-5776-4E52-943C-4F9C630B3FD1}"/>
              </a:ext>
            </a:extLst>
          </p:cNvPr>
          <p:cNvSpPr txBox="1"/>
          <p:nvPr/>
        </p:nvSpPr>
        <p:spPr>
          <a:xfrm>
            <a:off x="551384" y="912462"/>
            <a:ext cx="106571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的使用</a:t>
            </a:r>
            <a:endParaRPr lang="en-US" altLang="zh-CN" sz="24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0" lang="en-US" altLang="zh-CN" sz="24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是一个基于网页的交互式笔记本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扩展名为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sz="2400" dirty="0" err="1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ipynb</a:t>
            </a:r>
            <a:r>
              <a:rPr lang="zh-CN" altLang="zh-CN" sz="24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JSON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格式文件</a:t>
            </a:r>
            <a:endParaRPr lang="en-US" altLang="zh-CN" sz="24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CD8905C-0F38-B6F0-FE27-A77AAA3B9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18E28A3-A339-FB9A-163D-6DDE5581E886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的集成开发环境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D38DECE-8087-D7A3-9D5D-55E790169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2204864"/>
            <a:ext cx="4815173" cy="244665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0ACB4F0-FF42-45B1-8EAD-57120566513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935760" y="2636912"/>
            <a:ext cx="7945701" cy="39922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308D08CE-3FE2-27C9-3706-857B222BA120}"/>
                  </a:ext>
                </a:extLst>
              </p14:cNvPr>
              <p14:cNvContentPartPr/>
              <p14:nvPr/>
            </p14:nvContentPartPr>
            <p14:xfrm>
              <a:off x="758005" y="3918286"/>
              <a:ext cx="1157760" cy="3024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308D08CE-3FE2-27C9-3706-857B222BA12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9365" y="3909286"/>
                <a:ext cx="1175400" cy="478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AD502E0-FEAA-8779-CF6A-4F36695C5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6947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的集成开发环境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内容占位符 1">
            <a:extLst>
              <a:ext uri="{FF2B5EF4-FFF2-40B4-BE49-F238E27FC236}">
                <a16:creationId xmlns:a16="http://schemas.microsoft.com/office/drawing/2014/main" id="{76612B24-3C15-7166-4BE3-06E829E9EC63}"/>
              </a:ext>
            </a:extLst>
          </p:cNvPr>
          <p:cNvSpPr txBox="1">
            <a:spLocks/>
          </p:cNvSpPr>
          <p:nvPr/>
        </p:nvSpPr>
        <p:spPr bwMode="auto">
          <a:xfrm>
            <a:off x="335360" y="1484784"/>
            <a:ext cx="11107737" cy="437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62822" indent="-362822" algn="l" rtl="0" eaLnBrk="0" fontAlgn="base" hangingPunct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32089"/>
              </a:buClr>
              <a:buFont typeface="Wingdings" panose="05000000000000000000" pitchFamily="2" charset="2"/>
              <a:buChar char="Ø"/>
              <a:defRPr kumimoji="1"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defRPr>
            </a:lvl1pPr>
            <a:lvl2pPr marL="785813" indent="-301625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32089"/>
              </a:buClr>
              <a:buFont typeface="Wingdings" pitchFamily="2" charset="2"/>
              <a:buChar char="l"/>
              <a:defRPr kumimoji="1" sz="2328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208088" indent="-2413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1905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92275" indent="-2413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umimoji="1" sz="1905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176463" indent="-2413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1905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660698" indent="-24188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16">
                <a:solidFill>
                  <a:schemeClr val="tx1"/>
                </a:solidFill>
                <a:latin typeface="+mn-lt"/>
                <a:ea typeface="+mn-ea"/>
              </a:defRPr>
            </a:lvl6pPr>
            <a:lvl7pPr marL="3144462" indent="-24188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16">
                <a:solidFill>
                  <a:schemeClr val="tx1"/>
                </a:solidFill>
                <a:latin typeface="+mn-lt"/>
                <a:ea typeface="+mn-ea"/>
              </a:defRPr>
            </a:lvl7pPr>
            <a:lvl8pPr marL="3628225" indent="-24188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16">
                <a:solidFill>
                  <a:schemeClr val="tx1"/>
                </a:solidFill>
                <a:latin typeface="+mn-lt"/>
                <a:ea typeface="+mn-ea"/>
              </a:defRPr>
            </a:lvl8pPr>
            <a:lvl9pPr marL="4111988" indent="-24188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16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PyCharm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也是一个较常见的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Python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代码开发环境，可以帮助用户在使用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Python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语言开发时提高其效率的工具，比如调试、语法高亮、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Project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管理、代码跳转、智能提示、自动完成、单元测试、版本控制等。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97FC62-211F-8B6B-9047-32BCA4ED315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3672" y="3140968"/>
            <a:ext cx="6120000" cy="3600000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226733A-7D55-71F4-8EA6-50BB5156C512}"/>
              </a:ext>
            </a:extLst>
          </p:cNvPr>
          <p:cNvSpPr txBox="1">
            <a:spLocks/>
          </p:cNvSpPr>
          <p:nvPr/>
        </p:nvSpPr>
        <p:spPr>
          <a:xfrm>
            <a:off x="423863" y="1138238"/>
            <a:ext cx="11107737" cy="427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sz="18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1"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PyCharm</a:t>
            </a:r>
            <a:endParaRPr kumimoji="1" lang="en-US" sz="1800" kern="0" dirty="0">
              <a:solidFill>
                <a:srgbClr val="00000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4D2EC5-C8C1-E23C-8B1B-21BE46CC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6212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的代码缩进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0AED7B-B351-3930-2D67-1604B7C06F69}"/>
              </a:ext>
            </a:extLst>
          </p:cNvPr>
          <p:cNvSpPr txBox="1"/>
          <p:nvPr/>
        </p:nvSpPr>
        <p:spPr>
          <a:xfrm>
            <a:off x="839416" y="1124744"/>
            <a:ext cx="10585176" cy="437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在这类编程语言中，通常需要用一对花括号“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{}”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来界定模块的范围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即作用域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。正是因为有了这一对花括号的界定，编译器才可以很容易地知道各个模块的界限所在，但这样一来，也导致了源码编写风格各异。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风格各异的代码会带来混乱性。这种混乱性是有隐患的。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提供了一个“一刀切”式的强制解决方案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相同层次的代码，必须有等同的缩进。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-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通常，缩进使用单个制表符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Tab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键、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个空格或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个空格来表示，可界定代码模块的归属。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-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虽然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Tab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键或空格均可控制缩进关系，但不建议二者混用。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-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选择一种缩进风格，然后持之以恒，方为正道。</a:t>
            </a:r>
            <a:endParaRPr lang="zh-CN" altLang="en-US" sz="20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D445302-5E86-3BCB-92C1-211E25D22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2572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的代码缩进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BBB94C-7DE6-E5FA-E167-5EF0A2125C38}"/>
              </a:ext>
            </a:extLst>
          </p:cNvPr>
          <p:cNvSpPr txBox="1"/>
          <p:nvPr/>
        </p:nvSpPr>
        <p:spPr>
          <a:xfrm>
            <a:off x="1127448" y="1123694"/>
            <a:ext cx="53285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这是一个范例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while True: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score = int(input("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请输入你的成绩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: "))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if 90 &lt;= score &lt;= 100: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print('A')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elif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score &gt;= 80: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print('B')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elif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score &gt;= 70: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print('C')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elif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score &gt;= 60: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print("D")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else: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print('''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你的分数有点低！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''')</a:t>
            </a:r>
            <a:endParaRPr lang="zh-CN" altLang="en-US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5B289F-922E-620B-8DCF-54EB1AC5643B}"/>
              </a:ext>
            </a:extLst>
          </p:cNvPr>
          <p:cNvSpPr txBox="1"/>
          <p:nvPr/>
        </p:nvSpPr>
        <p:spPr>
          <a:xfrm>
            <a:off x="335360" y="1124744"/>
            <a:ext cx="86409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8B75CF-D69E-D9EC-C65B-DE13B9E7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41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F701D1-2F47-253F-48C4-F94C11FE11E8}"/>
              </a:ext>
            </a:extLst>
          </p:cNvPr>
          <p:cNvSpPr txBox="1"/>
          <p:nvPr/>
        </p:nvSpPr>
        <p:spPr>
          <a:xfrm>
            <a:off x="6888088" y="1268760"/>
            <a:ext cx="4896544" cy="4858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第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03~13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行都属于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while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循环的管辖范围，这是因为从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while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的下一行开始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03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，这些行都被统一缩进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Tab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键。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再细分一下，第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05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行隶属于第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04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行的管辖范围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因为第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05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行相对于第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04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行有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Tab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键的缩进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07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行隶属于第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06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行的管辖范围，以此类推。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中，等级森严，同一级别的代码必须具备相同的缩进量。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除了用统一的缩进表明隶属关系，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还规定，要在上一行的末尾，用一个半角的冒号“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”来彰显自己的“势力范围”。</a:t>
            </a:r>
          </a:p>
        </p:txBody>
      </p:sp>
    </p:spTree>
    <p:extLst>
      <p:ext uri="{BB962C8B-B14F-4D97-AF65-F5344CB8AC3E}">
        <p14:creationId xmlns:p14="http://schemas.microsoft.com/office/powerpoint/2010/main" val="22054253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的代码缩进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内容占位符 4">
            <a:extLst>
              <a:ext uri="{FF2B5EF4-FFF2-40B4-BE49-F238E27FC236}">
                <a16:creationId xmlns:a16="http://schemas.microsoft.com/office/drawing/2014/main" id="{EB44AFE8-2A05-F8BD-2E8B-DC112A615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7408" y="1196752"/>
            <a:ext cx="9974509" cy="5184576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59C353-8B5F-C99F-2A6E-8BB8369E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3474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的代码缩进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1DFD1E-50C4-1994-033A-4EC8BEC14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836712"/>
            <a:ext cx="8208912" cy="464820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E81165-C049-00E5-746C-FFE10078F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6964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的内置函数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1EE739-A81B-00D5-ED63-81963DBAEE74}"/>
              </a:ext>
            </a:extLst>
          </p:cNvPr>
          <p:cNvSpPr txBox="1"/>
          <p:nvPr/>
        </p:nvSpPr>
        <p:spPr>
          <a:xfrm>
            <a:off x="767408" y="1196752"/>
            <a:ext cx="10873208" cy="4038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为了方便程序员快速编写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脚本程序，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提供了很多好用的功能模块，它们内置于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系统，也称为内置函数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(Built-in Functions, BIF)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比如，前面我们多次用到的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print()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，它就是一个内置函数，其功能是把信息输出到标准输出设备上（通常是计算机屏幕）。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之前例子中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input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也是一个内置函数，其功能是接受用户从标准输入设备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通常指键盘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中输入的内容。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int()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也是一个内置函数，它的功能是把输入内容强制转换为整型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(int)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。比如我们用键盘输入“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92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”，对于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input()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函数而言，它采集到的是一个由“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”和“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”构成的字符串。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B37B337-BB71-8183-33C4-626DFD440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193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的内置函数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1EE739-A81B-00D5-ED63-81963DBAEE74}"/>
              </a:ext>
            </a:extLst>
          </p:cNvPr>
          <p:cNvSpPr txBox="1"/>
          <p:nvPr/>
        </p:nvSpPr>
        <p:spPr>
          <a:xfrm>
            <a:off x="767408" y="1196752"/>
            <a:ext cx="10873208" cy="3156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例子：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 [1]: temp = input("number:")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number:10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 [2]: print (temp)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10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 [3]: type (temp)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Out [3]: str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8A5A9A-5A8E-3BA4-185C-FA2D06A53430}"/>
              </a:ext>
            </a:extLst>
          </p:cNvPr>
          <p:cNvSpPr txBox="1"/>
          <p:nvPr/>
        </p:nvSpPr>
        <p:spPr>
          <a:xfrm>
            <a:off x="4799856" y="2924944"/>
            <a:ext cx="65527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自带的开发环境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IDLE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通常以“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&gt;&gt;&gt;”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作为输入的提示符，而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则使用了更加有信息量的输入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In[n]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和输出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Out[n]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标识，来提示输入指令的编号，这里的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会随着输入指令的增加而不断变化，如同“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&gt;&gt;&gt;”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不是代码的一部分一样，这些编号也不是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指令的一部分，它们仅作为提示信息而存在。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02017B-A47B-1B4C-4FB3-1FC73FDDF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3237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的内置函数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EF9CB1B-36E9-78E1-0C93-CDB6E55CD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51" y="506030"/>
            <a:ext cx="11958249" cy="374441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B0AF53-757F-A65C-2C32-9F24F602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3CF152-AED6-DA90-2D08-0143959A125F}"/>
              </a:ext>
            </a:extLst>
          </p:cNvPr>
          <p:cNvSpPr txBox="1"/>
          <p:nvPr/>
        </p:nvSpPr>
        <p:spPr>
          <a:xfrm>
            <a:off x="391172" y="4414967"/>
            <a:ext cx="11249443" cy="2265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在上述代码的第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个输入语句中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temp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是一个临时变量。在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使用变量前不需要声明，直接给变量赋合法的值，变量会根据等号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(=)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右侧的类型，自动完成类型同步。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在上述代码的第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个输入语句中，我们利用另外一个内置函数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type()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查询了变量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temp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的类型，从输出结果可以看出，它是一个字符串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(str)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类型。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1910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的内置函数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8A5A9A-5A8E-3BA4-185C-FA2D06A53430}"/>
              </a:ext>
            </a:extLst>
          </p:cNvPr>
          <p:cNvSpPr txBox="1"/>
          <p:nvPr/>
        </p:nvSpPr>
        <p:spPr>
          <a:xfrm>
            <a:off x="623392" y="1052736"/>
            <a:ext cx="10657184" cy="1379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字符串类型的变量是不便于进行大小比较的，通常需要转换为可比较的数值型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如整数和浮点数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。如果想把字符串“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92”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转变为整数“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92”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，就要用到前面的提到的内置函数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int()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，代码如下。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E1985B-0C67-F657-E9B1-0CD7C6EEE0FA}"/>
              </a:ext>
            </a:extLst>
          </p:cNvPr>
          <p:cNvSpPr txBox="1"/>
          <p:nvPr/>
        </p:nvSpPr>
        <p:spPr>
          <a:xfrm>
            <a:off x="3359696" y="2708920"/>
            <a:ext cx="60952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 [4]: num = int(temp)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 [5]: type (num)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Out[5]: int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002FBD-7267-B280-E71F-947C6AC3C69D}"/>
              </a:ext>
            </a:extLst>
          </p:cNvPr>
          <p:cNvSpPr txBox="1"/>
          <p:nvPr/>
        </p:nvSpPr>
        <p:spPr>
          <a:xfrm>
            <a:off x="983432" y="4077072"/>
            <a:ext cx="101531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-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上面第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个输入语句使用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接收由内置函数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int()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根据字符对象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temp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生成的对应整型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(int)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对象。第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个输入语句再次利用内置函数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type()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来查询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类型，反馈的结果是整型。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3C6FB2-1269-F0F7-EED1-105105569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7563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的内置函数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8A5A9A-5A8E-3BA4-185C-FA2D06A53430}"/>
              </a:ext>
            </a:extLst>
          </p:cNvPr>
          <p:cNvSpPr txBox="1"/>
          <p:nvPr/>
        </p:nvSpPr>
        <p:spPr>
          <a:xfrm>
            <a:off x="623392" y="1052736"/>
            <a:ext cx="10009112" cy="936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到底提供了多少内置函数呢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?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我们可以在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IPython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的控制台中输入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dir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(__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builtins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__)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来查看所有的内置函数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E1985B-0C67-F657-E9B1-0CD7C6EEE0FA}"/>
              </a:ext>
            </a:extLst>
          </p:cNvPr>
          <p:cNvSpPr txBox="1"/>
          <p:nvPr/>
        </p:nvSpPr>
        <p:spPr>
          <a:xfrm>
            <a:off x="656821" y="2121561"/>
            <a:ext cx="60952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Help()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查询内置函数使用方法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内置函数有补齐功能，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tab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键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1E3F22-AD27-5A82-EC61-D3B05C396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184" y="2132856"/>
            <a:ext cx="3788913" cy="45091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4B4CDC4-FF24-CE76-3A5A-B4CB8BA3E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680" y="3411389"/>
            <a:ext cx="4086795" cy="2915057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94CCE82-864F-D5D9-4813-996FC2C8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7785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2B74E5-9737-FEA4-AC88-8B45053A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7B02065-AE3E-E334-D702-EE2AEE43F512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语法基础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DCB125-885B-827B-DAA0-BC7D549F6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348880"/>
            <a:ext cx="9501662" cy="379144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047F3BE-329F-064B-3F9D-9DAF3C5C9C11}"/>
              </a:ext>
            </a:extLst>
          </p:cNvPr>
          <p:cNvSpPr txBox="1"/>
          <p:nvPr/>
        </p:nvSpPr>
        <p:spPr>
          <a:xfrm>
            <a:off x="551384" y="980728"/>
            <a:ext cx="2664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仿宋" panose="02010609060101010101" pitchFamily="49" charset="-122"/>
                <a:ea typeface="仿宋" panose="02010609060101010101" pitchFamily="49" charset="-122"/>
              </a:rPr>
              <a:t>变量的定义</a:t>
            </a:r>
          </a:p>
        </p:txBody>
      </p:sp>
    </p:spTree>
    <p:extLst>
      <p:ext uri="{BB962C8B-B14F-4D97-AF65-F5344CB8AC3E}">
        <p14:creationId xmlns:p14="http://schemas.microsoft.com/office/powerpoint/2010/main" val="23719726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2192DCF-8F48-45C6-9E8A-91ED3D148536}"/>
              </a:ext>
            </a:extLst>
          </p:cNvPr>
          <p:cNvSpPr txBox="1"/>
          <p:nvPr/>
        </p:nvSpPr>
        <p:spPr>
          <a:xfrm>
            <a:off x="1775520" y="1700808"/>
            <a:ext cx="90730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中的注释以井号字符＃开头，并延伸到行末。注释可以出现在行的开头或空格或代码之后，但不能出现在字符串文字中。由于注释是为了让代码更容易被看懂，而不是由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解释器进行运行，因此在运行案例时可以将其省略。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C9A79A-AF6E-4B4A-9960-352D2C9CE774}"/>
              </a:ext>
            </a:extLst>
          </p:cNvPr>
          <p:cNvSpPr txBox="1"/>
          <p:nvPr/>
        </p:nvSpPr>
        <p:spPr>
          <a:xfrm>
            <a:off x="551384" y="908720"/>
            <a:ext cx="10672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Core concept of Python: #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C6A660F-774A-DF75-E6C3-0F8E7B197F87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语法基础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1C4FE51-B559-D68F-6FE7-3CA7CEA44B1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2063552" y="3717032"/>
            <a:ext cx="5447928" cy="133357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156BD52-67AC-07CE-7FEB-369E58B024F3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1919536" y="5661248"/>
            <a:ext cx="5462647" cy="350721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1348ED-EDC9-5016-B1CB-D15EFCEC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2419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2192DCF-8F48-45C6-9E8A-91ED3D148536}"/>
              </a:ext>
            </a:extLst>
          </p:cNvPr>
          <p:cNvSpPr txBox="1"/>
          <p:nvPr/>
        </p:nvSpPr>
        <p:spPr>
          <a:xfrm>
            <a:off x="1199456" y="1340768"/>
            <a:ext cx="8992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解释器类似于简单的计算器。表达式语法很简单：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，*和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的运算符就像大多数其他语言一样。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C9A79A-AF6E-4B4A-9960-352D2C9CE774}"/>
              </a:ext>
            </a:extLst>
          </p:cNvPr>
          <p:cNvSpPr txBox="1"/>
          <p:nvPr/>
        </p:nvSpPr>
        <p:spPr>
          <a:xfrm>
            <a:off x="263352" y="-29012"/>
            <a:ext cx="10672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Core concept of Python:  +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，*，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()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B9E7CB-312E-018D-7DD8-77F03013155E}"/>
              </a:ext>
            </a:extLst>
          </p:cNvPr>
          <p:cNvSpPr txBox="1"/>
          <p:nvPr/>
        </p:nvSpPr>
        <p:spPr>
          <a:xfrm>
            <a:off x="2927648" y="2492896"/>
            <a:ext cx="691276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2+2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50 - 5*6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(50 - 5*6) /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5.0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8 / 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1.6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B7EC3C-C4A5-FCF7-E299-99017B80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98155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2192DCF-8F48-45C6-9E8A-91ED3D148536}"/>
              </a:ext>
            </a:extLst>
          </p:cNvPr>
          <p:cNvSpPr txBox="1"/>
          <p:nvPr/>
        </p:nvSpPr>
        <p:spPr>
          <a:xfrm>
            <a:off x="551384" y="1089898"/>
            <a:ext cx="9546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混合类型数据运算的输出为浮点数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527E1B-752A-3039-DCFA-03EB39CEF823}"/>
              </a:ext>
            </a:extLst>
          </p:cNvPr>
          <p:cNvSpPr txBox="1"/>
          <p:nvPr/>
        </p:nvSpPr>
        <p:spPr>
          <a:xfrm>
            <a:off x="2277130" y="1961544"/>
            <a:ext cx="60952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4*3.75 - 1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14.0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9D115B-0964-196A-438C-4723BB4AA4AC}"/>
              </a:ext>
            </a:extLst>
          </p:cNvPr>
          <p:cNvSpPr txBox="1"/>
          <p:nvPr/>
        </p:nvSpPr>
        <p:spPr>
          <a:xfrm>
            <a:off x="263352" y="-29012"/>
            <a:ext cx="10672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Core concept of Python:  +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，*，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()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3F7228-C9AA-177E-8D1B-E2F01F9F05B6}"/>
              </a:ext>
            </a:extLst>
          </p:cNvPr>
          <p:cNvSpPr txBox="1"/>
          <p:nvPr/>
        </p:nvSpPr>
        <p:spPr>
          <a:xfrm>
            <a:off x="623392" y="3140968"/>
            <a:ext cx="109452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整数（例如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）的类型为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，具有小数部分的整数（例如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5.0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1.6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）的类型为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float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 除法（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）始终返回浮点数。要获得整数结果（舍弃任何小数结果），可以使用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 要计算余数，可以使用％。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0BFE53-7DE6-6E1D-4A77-14CAA340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0432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2192DCF-8F48-45C6-9E8A-91ED3D148536}"/>
              </a:ext>
            </a:extLst>
          </p:cNvPr>
          <p:cNvSpPr txBox="1"/>
          <p:nvPr/>
        </p:nvSpPr>
        <p:spPr>
          <a:xfrm>
            <a:off x="1288872" y="1484784"/>
            <a:ext cx="96142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17 / 3  # classic division returns a float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5.666666666666667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17 // 3  # floor division discards the fractional part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17 % 3    # the % operator returns the remainder of the division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5 * 3+2     # result * divisor + remainder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17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C9A79A-AF6E-4B4A-9960-352D2C9CE774}"/>
              </a:ext>
            </a:extLst>
          </p:cNvPr>
          <p:cNvSpPr txBox="1"/>
          <p:nvPr/>
        </p:nvSpPr>
        <p:spPr>
          <a:xfrm>
            <a:off x="263352" y="0"/>
            <a:ext cx="10672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Core concept of Python:  //,  %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ADAB24A-FD46-B7A5-B630-2C9BF72D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602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2192DCF-8F48-45C6-9E8A-91ED3D148536}"/>
              </a:ext>
            </a:extLst>
          </p:cNvPr>
          <p:cNvSpPr txBox="1"/>
          <p:nvPr/>
        </p:nvSpPr>
        <p:spPr>
          <a:xfrm>
            <a:off x="407368" y="1052736"/>
            <a:ext cx="8373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中，可以使用**运算符来进行幂计算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C9A79A-AF6E-4B4A-9960-352D2C9CE774}"/>
              </a:ext>
            </a:extLst>
          </p:cNvPr>
          <p:cNvSpPr txBox="1"/>
          <p:nvPr/>
        </p:nvSpPr>
        <p:spPr>
          <a:xfrm>
            <a:off x="235061" y="0"/>
            <a:ext cx="10672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Core concept of Python:  **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E0F03A-8BA6-CA45-B323-E28337E02586}"/>
              </a:ext>
            </a:extLst>
          </p:cNvPr>
          <p:cNvSpPr txBox="1"/>
          <p:nvPr/>
        </p:nvSpPr>
        <p:spPr>
          <a:xfrm>
            <a:off x="1775520" y="2204864"/>
            <a:ext cx="64807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5 ** 2        # 5 squared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 ** 7         # 2 to the power of 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128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670C252-6A8D-D709-3BDB-6549B55D5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7538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2192DCF-8F48-45C6-9E8A-91ED3D148536}"/>
              </a:ext>
            </a:extLst>
          </p:cNvPr>
          <p:cNvSpPr txBox="1"/>
          <p:nvPr/>
        </p:nvSpPr>
        <p:spPr>
          <a:xfrm>
            <a:off x="1271464" y="1628800"/>
            <a:ext cx="9366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等号（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）用于为变量分配一个值。之后，在下一个交互式提示之前不会显示任何结果。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C9A79A-AF6E-4B4A-9960-352D2C9CE774}"/>
              </a:ext>
            </a:extLst>
          </p:cNvPr>
          <p:cNvSpPr txBox="1"/>
          <p:nvPr/>
        </p:nvSpPr>
        <p:spPr>
          <a:xfrm>
            <a:off x="263352" y="0"/>
            <a:ext cx="10672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Core concept of Python:  =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B699907-AE44-75A6-758E-14E743D0B8DA}"/>
              </a:ext>
            </a:extLst>
          </p:cNvPr>
          <p:cNvSpPr txBox="1"/>
          <p:nvPr/>
        </p:nvSpPr>
        <p:spPr>
          <a:xfrm>
            <a:off x="1631504" y="2828544"/>
            <a:ext cx="83732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width = 20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height = 5 * 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width * height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900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FF4FB08-97E6-0ACE-43C0-B7C3E9DB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4040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2192DCF-8F48-45C6-9E8A-91ED3D148536}"/>
              </a:ext>
            </a:extLst>
          </p:cNvPr>
          <p:cNvSpPr txBox="1"/>
          <p:nvPr/>
        </p:nvSpPr>
        <p:spPr>
          <a:xfrm>
            <a:off x="1127448" y="1700808"/>
            <a:ext cx="8862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如果未定义变量（为变量分配一个值），在使用它时会报错。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1B3183-920E-890E-D0CB-1C813D492962}"/>
              </a:ext>
            </a:extLst>
          </p:cNvPr>
          <p:cNvSpPr txBox="1"/>
          <p:nvPr/>
        </p:nvSpPr>
        <p:spPr>
          <a:xfrm>
            <a:off x="263352" y="0"/>
            <a:ext cx="10672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Core concept of Python:  =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CB2DFB-25F6-99F6-06BD-64FA37191E60}"/>
              </a:ext>
            </a:extLst>
          </p:cNvPr>
          <p:cNvSpPr txBox="1"/>
          <p:nvPr/>
        </p:nvSpPr>
        <p:spPr>
          <a:xfrm>
            <a:off x="1909358" y="3029638"/>
            <a:ext cx="83732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      # try to access an undefined variable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Traceback (most recent call last):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File "&lt;stdin&gt;", line 1, in &lt;module&gt;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NameError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: name 'n' is not defined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1160D3-7D2E-D198-2260-9D4711B84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5943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2192DCF-8F48-45C6-9E8A-91ED3D148536}"/>
              </a:ext>
            </a:extLst>
          </p:cNvPr>
          <p:cNvSpPr txBox="1"/>
          <p:nvPr/>
        </p:nvSpPr>
        <p:spPr>
          <a:xfrm>
            <a:off x="1199456" y="1412776"/>
            <a:ext cx="83732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最后一个表达式的值默认分配给变量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_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C9A79A-AF6E-4B4A-9960-352D2C9CE774}"/>
              </a:ext>
            </a:extLst>
          </p:cNvPr>
          <p:cNvSpPr txBox="1"/>
          <p:nvPr/>
        </p:nvSpPr>
        <p:spPr>
          <a:xfrm>
            <a:off x="263352" y="3299"/>
            <a:ext cx="10672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Core concept of Python:  _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EC661D-A85E-BB2A-163E-0E00B0AC3DD4}"/>
              </a:ext>
            </a:extLst>
          </p:cNvPr>
          <p:cNvSpPr txBox="1"/>
          <p:nvPr/>
        </p:nvSpPr>
        <p:spPr>
          <a:xfrm>
            <a:off x="1775520" y="2132856"/>
            <a:ext cx="92170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tax = 12.5 / 100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price = 100.50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price * 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12.5625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price + _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113.0625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round(_, 2)  #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对浮点数进行四舍五入到指定的小数位数。如果不指定小数位数，它将四舍五入到最接近的整数。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113.06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73D5297-9836-7DAC-F39B-57A9254D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92058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FF1F416C-F0AA-406D-BA47-EAB0DB0EFE9A}"/>
              </a:ext>
            </a:extLst>
          </p:cNvPr>
          <p:cNvSpPr txBox="1">
            <a:spLocks noChangeArrowheads="1"/>
          </p:cNvSpPr>
          <p:nvPr/>
        </p:nvSpPr>
        <p:spPr>
          <a:xfrm>
            <a:off x="119336" y="59586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模块的安装与加载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0BD935-531D-93D6-F474-DDBAAE1C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9402E0-FD09-BE8D-22CE-DEAE92AC0B55}"/>
              </a:ext>
            </a:extLst>
          </p:cNvPr>
          <p:cNvSpPr txBox="1"/>
          <p:nvPr/>
        </p:nvSpPr>
        <p:spPr>
          <a:xfrm>
            <a:off x="695400" y="1052736"/>
            <a:ext cx="1036915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中的模块（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module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）或称为库（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package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）是指包含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类、函数等信息的集合，可以看作一个工具包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大部分统计分析和绘图都可以使用已有的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模块中的函数来实现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模块中可能包含多个函数，能做多种分析和绘图，对于同一问题的分析或绘图，也可以使用不同模块中的函数来实现，用户可以根据个人需要和偏好选择所用的模块。模块的下载与安装可以在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中进行，也可以在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中进行，这取决于你使用是操作平台或环境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在最初安装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软件时，自带了一序列内置模块，如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time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random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sys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os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json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pickle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shelve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xml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logging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除内置模块外，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还提供了丰富的开源的第三方模块，统计常用的模块有数值计算模块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，数据处理模块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pandas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，作图模块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matplotlib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，统计计算模块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statistics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，统计建模模块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statsmodels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内置模块与第三方模块都需要导入这些模块才能使用其中的函数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34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487697-C2E6-6390-C259-FA3056BED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BEC6FC7-11B7-F4B4-4CB1-737E6CECAECE}"/>
              </a:ext>
            </a:extLst>
          </p:cNvPr>
          <p:cNvSpPr txBox="1">
            <a:spLocks noChangeArrowheads="1"/>
          </p:cNvSpPr>
          <p:nvPr/>
        </p:nvSpPr>
        <p:spPr>
          <a:xfrm>
            <a:off x="119336" y="59586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模块的安装与加载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601D08-4129-62B7-5222-D486A5C00833}"/>
              </a:ext>
            </a:extLst>
          </p:cNvPr>
          <p:cNvSpPr txBox="1"/>
          <p:nvPr/>
        </p:nvSpPr>
        <p:spPr>
          <a:xfrm>
            <a:off x="1055440" y="1027609"/>
            <a:ext cx="979308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安装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pip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工具是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自带的第三方安装工具，在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安装过程中已经安装完成，无需独立安装。如果安装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时成功将其加入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PATH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，就可以在操作系统终端直接使用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pip install&lt;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模块名称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命令安装第三方模块。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Windows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系统的操作是，同时按下电脑上的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win+R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键，在左下角弹出的运行窗口输入“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cmd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即可打开终端。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MacOS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直接打开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Terminal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即可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安装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中的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conda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进行包的管理和环境管理。安装模块需要在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Aandonda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Prompt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中输入命令。点击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Windows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的“开始”按钮，在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点击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Aandonda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Prompt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，在打开的界面中输入安装命令即可完成安装。比如，要安装模块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pandas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，输入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conda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install &lt;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模块名称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&gt;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即可完成安装</a:t>
            </a:r>
          </a:p>
        </p:txBody>
      </p:sp>
    </p:spTree>
    <p:extLst>
      <p:ext uri="{BB962C8B-B14F-4D97-AF65-F5344CB8AC3E}">
        <p14:creationId xmlns:p14="http://schemas.microsoft.com/office/powerpoint/2010/main" val="177027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8BA41E-FA83-B9E0-4021-331F855A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1EEBF00-8DC1-8F18-6B96-192C271D962B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的集成开发环境：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Anaconda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08EA07-3F75-BB7E-548F-CAC75682A752}"/>
              </a:ext>
            </a:extLst>
          </p:cNvPr>
          <p:cNvSpPr txBox="1"/>
          <p:nvPr/>
        </p:nvSpPr>
        <p:spPr>
          <a:xfrm>
            <a:off x="623392" y="1700808"/>
            <a:ext cx="10657184" cy="3662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包含了多个基本模块，如</a:t>
            </a:r>
            <a:r>
              <a:rPr lang="en-US" altLang="zh-CN" sz="28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pandas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matplotlib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IPython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等，安装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时，这些模块也就一并安装好了，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还内置了</a:t>
            </a:r>
            <a:r>
              <a:rPr lang="en-US" altLang="zh-CN" sz="28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开发环境，十分方便代码的编写和修改。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包含了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，直接安装即可，无需安装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本章代码编写和运行使用的就是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平台的</a:t>
            </a:r>
            <a:r>
              <a:rPr lang="en-US" altLang="zh-CN" sz="28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en-US" altLang="zh-CN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lang="zh-CN" altLang="en-US" sz="2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界面。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9F49DC6-2A3F-6E3E-C9C9-7E3D067D8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8071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9922AD-4550-BFC1-C61D-2210C2A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99D5D4D-925E-CE96-5843-18BD24ADC4C9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29D9444-F45E-2950-A1FB-8A9E1B30A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4941168"/>
            <a:ext cx="11170926" cy="134876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E8C22FF-7364-D50B-0E1F-0ADEDFEB0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24" y="1196752"/>
            <a:ext cx="6588769" cy="315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4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9922AD-4550-BFC1-C61D-2210C2A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99D5D4D-925E-CE96-5843-18BD24ADC4C9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启动与用户界面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EDFA23-0317-0035-0914-A3A1FD6066BB}"/>
              </a:ext>
            </a:extLst>
          </p:cNvPr>
          <p:cNvSpPr txBox="1"/>
          <p:nvPr/>
        </p:nvSpPr>
        <p:spPr>
          <a:xfrm>
            <a:off x="695400" y="1268760"/>
            <a:ext cx="10441160" cy="2265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服务器启动后，会启动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的用户界面（网站）。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的用户界面分为两个部分：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•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仪表盘（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Dashboard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）：即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服务器启动后打开的默认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WEB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界面，可以理解为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的文档管理器。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•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编辑器（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Editor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）：即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的文档编辑、运行界面。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7BB6EA-28E3-93F1-7242-EB81BD324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584" y="3857689"/>
            <a:ext cx="7248128" cy="249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2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9922AD-4550-BFC1-C61D-2210C2A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99D5D4D-925E-CE96-5843-18BD24ADC4C9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启动与用户界面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EDFA23-0317-0035-0914-A3A1FD6066BB}"/>
              </a:ext>
            </a:extLst>
          </p:cNvPr>
          <p:cNvSpPr txBox="1"/>
          <p:nvPr/>
        </p:nvSpPr>
        <p:spPr>
          <a:xfrm>
            <a:off x="695400" y="1268760"/>
            <a:ext cx="10441160" cy="2265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服务器启动后，会启动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的用户界面（网站）。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的用户界面分为两个部分：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•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仪表盘（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Dashboard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）：即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服务器启动后打开的默认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WEB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界面，可以理解为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的文档管理器。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•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编辑器（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Editor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）：即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的文档编辑、运行界面。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7BB6EA-28E3-93F1-7242-EB81BD324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584" y="3857689"/>
            <a:ext cx="7248128" cy="24986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F105BE11-A6B3-4C7A-BE44-45683F62E10F}"/>
                  </a:ext>
                </a:extLst>
              </p14:cNvPr>
              <p14:cNvContentPartPr/>
              <p14:nvPr/>
            </p14:nvContentPartPr>
            <p14:xfrm>
              <a:off x="8427805" y="3800220"/>
              <a:ext cx="318960" cy="4431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F105BE11-A6B3-4C7A-BE44-45683F62E1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18805" y="3791580"/>
                <a:ext cx="336600" cy="46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3802C6CD-5C18-0695-618F-31E7E5F9BB90}"/>
              </a:ext>
            </a:extLst>
          </p:cNvPr>
          <p:cNvGrpSpPr/>
          <p:nvPr/>
        </p:nvGrpSpPr>
        <p:grpSpPr>
          <a:xfrm>
            <a:off x="2451445" y="4139700"/>
            <a:ext cx="1271160" cy="347040"/>
            <a:chOff x="2451445" y="4139700"/>
            <a:chExt cx="127116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443B3281-8F83-B1F8-D038-7BC001B71027}"/>
                    </a:ext>
                  </a:extLst>
                </p14:cNvPr>
                <p14:cNvContentPartPr/>
                <p14:nvPr/>
              </p14:nvContentPartPr>
              <p14:xfrm>
                <a:off x="2451445" y="4139700"/>
                <a:ext cx="393480" cy="34704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443B3281-8F83-B1F8-D038-7BC001B710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42445" y="4130700"/>
                  <a:ext cx="4111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FA06DF0F-34A9-70BB-F9C6-A3043050BE98}"/>
                    </a:ext>
                  </a:extLst>
                </p14:cNvPr>
                <p14:cNvContentPartPr/>
                <p14:nvPr/>
              </p14:nvContentPartPr>
              <p14:xfrm>
                <a:off x="2998645" y="4472340"/>
                <a:ext cx="201960" cy="93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FA06DF0F-34A9-70BB-F9C6-A3043050BE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90005" y="4463340"/>
                  <a:ext cx="2196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12605059-2A35-B03F-5DA7-521ADB735E87}"/>
                    </a:ext>
                  </a:extLst>
                </p14:cNvPr>
                <p14:cNvContentPartPr/>
                <p14:nvPr/>
              </p14:nvContentPartPr>
              <p14:xfrm>
                <a:off x="3432085" y="4472340"/>
                <a:ext cx="290520" cy="3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12605059-2A35-B03F-5DA7-521ADB735E8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23445" y="4463340"/>
                  <a:ext cx="30816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364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9922AD-4550-BFC1-C61D-2210C2A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99D5D4D-925E-CE96-5843-18BD24ADC4C9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启动与用户界面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EDFA23-0317-0035-0914-A3A1FD6066BB}"/>
              </a:ext>
            </a:extLst>
          </p:cNvPr>
          <p:cNvSpPr txBox="1"/>
          <p:nvPr/>
        </p:nvSpPr>
        <p:spPr>
          <a:xfrm>
            <a:off x="695400" y="980728"/>
            <a:ext cx="11017224" cy="3152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Files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选项卡：默认选项卡，管理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当前工作目录中的所有文件和文件夹。默认：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C:\Users\jj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，可以在该根目录下新建一个与课程相关的文件夹。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Running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选项卡：管理正在运行的终端或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文档。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文件夹：选中文件夹后提供了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Rename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（重命名）、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Move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（移动）、删除按钮。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普通文件和未运行的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文档：选中普通文件后提供了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Duplicate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（复制）、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Rename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（重命名）、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Move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（移动）、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Download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（下载）、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View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（查看）、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Edit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（编辑）、删除等按钮。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D2ED759-2E2C-EB56-2EAE-508163D36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4005064"/>
            <a:ext cx="3275410" cy="258946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F38B1EE-DC47-7E1D-1E86-F7AA5B7DF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888" y="4040389"/>
            <a:ext cx="5300817" cy="269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41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9922AD-4550-BFC1-C61D-2210C2A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99D5D4D-925E-CE96-5843-18BD24ADC4C9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启动与用户界面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EDFA23-0317-0035-0914-A3A1FD6066BB}"/>
              </a:ext>
            </a:extLst>
          </p:cNvPr>
          <p:cNvSpPr txBox="1"/>
          <p:nvPr/>
        </p:nvSpPr>
        <p:spPr>
          <a:xfrm>
            <a:off x="695400" y="980728"/>
            <a:ext cx="10801200" cy="1379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已运行的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notebook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文档：选中正在运行的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notebook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文档后提供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Duplicate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（复制）、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Shutdown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（关闭正在运行的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notebook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文档）、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View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（查看）、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Edit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（编辑）、删除等按钮。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3E66BC-E711-1A17-A5E6-43D036951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625" y="2636912"/>
            <a:ext cx="4032448" cy="377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1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9922AD-4550-BFC1-C61D-2210C2A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99D5D4D-925E-CE96-5843-18BD24ADC4C9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启动与用户界面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EDFA23-0317-0035-0914-A3A1FD6066BB}"/>
              </a:ext>
            </a:extLst>
          </p:cNvPr>
          <p:cNvSpPr txBox="1"/>
          <p:nvPr/>
        </p:nvSpPr>
        <p:spPr>
          <a:xfrm>
            <a:off x="407368" y="1614922"/>
            <a:ext cx="10801200" cy="22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编辑器界面（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Editor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新建或打开已存在的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就会进入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编辑器界面。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工具栏执行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notebook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命令的工具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C3111C-1A28-350D-E793-F3D495D3E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4700382"/>
            <a:ext cx="11242509" cy="193928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1324EFD-344C-253C-AC0E-98D48EABC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064" y="563526"/>
            <a:ext cx="4681736" cy="43941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09BA3402-EC99-0655-8995-4EBC440674C6}"/>
                  </a:ext>
                </a:extLst>
              </p14:cNvPr>
              <p14:cNvContentPartPr/>
              <p14:nvPr/>
            </p14:nvContentPartPr>
            <p14:xfrm>
              <a:off x="5403085" y="5558460"/>
              <a:ext cx="432000" cy="35280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09BA3402-EC99-0655-8995-4EBC440674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94085" y="5549820"/>
                <a:ext cx="449640" cy="37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819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B610F693-F0E9-4F70-BAE4-7E9B51E10135}"/>
              </a:ext>
            </a:extLst>
          </p:cNvPr>
          <p:cNvSpPr txBox="1">
            <a:spLocks noChangeArrowheads="1"/>
          </p:cNvSpPr>
          <p:nvPr/>
        </p:nvSpPr>
        <p:spPr>
          <a:xfrm>
            <a:off x="168435" y="1004294"/>
            <a:ext cx="5404885" cy="4582632"/>
          </a:xfrm>
          <a:prstGeom prst="rect">
            <a:avLst/>
          </a:prstGeom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SzPct val="100000"/>
              <a:buNone/>
              <a:defRPr/>
            </a:pPr>
            <a:r>
              <a:rPr lang="zh-CN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ea typeface="华文细黑" panose="02010600040101010101" pitchFamily="2" charset="-122"/>
              </a:rPr>
              <a:t>创建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ea typeface="华文细黑" panose="02010600040101010101" pitchFamily="2" charset="-122"/>
              </a:rPr>
              <a:t>Jupyter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ea typeface="华文细黑" panose="02010600040101010101" pitchFamily="2" charset="-122"/>
              </a:rPr>
              <a:t> Notebook</a:t>
            </a:r>
            <a:r>
              <a:rPr lang="zh-CN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ea typeface="华文细黑" panose="02010600040101010101" pitchFamily="2" charset="-122"/>
              </a:rPr>
              <a:t>文件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0080"/>
              </a:highlight>
              <a:ea typeface="华文细黑" panose="0201060004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958CA00-620B-4FFD-A4C3-47BB0E68F5A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05" y="1608122"/>
            <a:ext cx="5031740" cy="15880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9CE7821-17CC-4B49-86F5-FFD2AC1EAF2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4048545"/>
            <a:ext cx="5031740" cy="15880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438D33B-9A91-475C-8FA1-41877C188FA1}"/>
              </a:ext>
            </a:extLst>
          </p:cNvPr>
          <p:cNvSpPr txBox="1"/>
          <p:nvPr/>
        </p:nvSpPr>
        <p:spPr>
          <a:xfrm>
            <a:off x="263352" y="3420706"/>
            <a:ext cx="5031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SzPct val="100000"/>
              <a:defRPr/>
            </a:pPr>
            <a:r>
              <a:rPr lang="zh-CN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ea typeface="华文细黑" panose="02010600040101010101" pitchFamily="2" charset="-122"/>
              </a:rPr>
              <a:t>在</a:t>
            </a:r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ea typeface="华文细黑" panose="02010600040101010101" pitchFamily="2" charset="-122"/>
              </a:rPr>
              <a:t>Jupyter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ea typeface="华文细黑" panose="02010600040101010101" pitchFamily="2" charset="-122"/>
              </a:rPr>
              <a:t> Notebook</a:t>
            </a:r>
            <a:r>
              <a:rPr lang="zh-CN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  <a:ea typeface="华文细黑" panose="02010600040101010101" pitchFamily="2" charset="-122"/>
              </a:rPr>
              <a:t>中编写代码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0080"/>
              </a:highlight>
              <a:ea typeface="华文细黑" panose="0201060004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F87B322-A4CC-62EC-D459-F694FE29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38E1-2621-4495-AFBB-21BE2576CDB0}" type="slidenum">
              <a:rPr lang="en-US" altLang="zh-CN" smtClean="0"/>
              <a:pPr/>
              <a:t>67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C911A0-5E14-A635-85E9-760E0244487B}"/>
              </a:ext>
            </a:extLst>
          </p:cNvPr>
          <p:cNvSpPr txBox="1"/>
          <p:nvPr/>
        </p:nvSpPr>
        <p:spPr>
          <a:xfrm>
            <a:off x="6023992" y="1124744"/>
            <a:ext cx="571265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in[ ]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后的代码框（称为“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cell”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）中可输入代码。点击“运行”按钮或使用组合键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Ctri+Enter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，即可运行该代码，运行结果会在代码块的下面显示。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要增加新的代码编辑框，可以点击“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+”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或“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Insert”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，可以在上方或下方增加代码编辑框，即可继续编写代码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869186-12EF-EBFF-6BF6-BC58AF2AF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009" y="4005064"/>
            <a:ext cx="4756701" cy="2381622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C83EC23B-222F-B621-8228-3A1EB82B901F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启动与用户界面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40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9922AD-4550-BFC1-C61D-2210C2A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99D5D4D-925E-CE96-5843-18BD24ADC4C9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启动与用户界面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EDFA23-0317-0035-0914-A3A1FD6066BB}"/>
              </a:ext>
            </a:extLst>
          </p:cNvPr>
          <p:cNvSpPr txBox="1"/>
          <p:nvPr/>
        </p:nvSpPr>
        <p:spPr>
          <a:xfrm>
            <a:off x="695400" y="980728"/>
            <a:ext cx="10801200" cy="1822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单元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(Cell)</a:t>
            </a: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两种模式与快捷键</a:t>
            </a:r>
          </a:p>
          <a:p>
            <a:pPr marR="0" lvl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Notebook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中的单元，有两种模式：命令模式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(Command Mode)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与编辑模式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(Edit Mode)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，在不同模式下我们可以进行不同的操作。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37EEEC-5BD8-D890-7FE5-2A5C6A41A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2996952"/>
            <a:ext cx="7821381" cy="161560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474689A-18AC-356A-8331-B418B1D92700}"/>
              </a:ext>
            </a:extLst>
          </p:cNvPr>
          <p:cNvSpPr txBox="1"/>
          <p:nvPr/>
        </p:nvSpPr>
        <p:spPr>
          <a:xfrm>
            <a:off x="886744" y="4804832"/>
            <a:ext cx="103691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如上图，在编辑模式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(Edit Mode)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下，右上角出现一只铅笔的图标，单元左侧边框线呈现出绿色，点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Esc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键或运行单元格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(ctrl-enter)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切换回命令模式。</a:t>
            </a:r>
          </a:p>
        </p:txBody>
      </p:sp>
    </p:spTree>
    <p:extLst>
      <p:ext uri="{BB962C8B-B14F-4D97-AF65-F5344CB8AC3E}">
        <p14:creationId xmlns:p14="http://schemas.microsoft.com/office/powerpoint/2010/main" val="401400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9922AD-4550-BFC1-C61D-2210C2A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99D5D4D-925E-CE96-5843-18BD24ADC4C9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启动与用户界面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EDFA23-0317-0035-0914-A3A1FD6066BB}"/>
              </a:ext>
            </a:extLst>
          </p:cNvPr>
          <p:cNvSpPr txBox="1"/>
          <p:nvPr/>
        </p:nvSpPr>
        <p:spPr>
          <a:xfrm>
            <a:off x="695400" y="980728"/>
            <a:ext cx="10801200" cy="936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单元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(Cell)</a:t>
            </a: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两种模式与快捷键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74689A-18AC-356A-8331-B418B1D92700}"/>
              </a:ext>
            </a:extLst>
          </p:cNvPr>
          <p:cNvSpPr txBox="1"/>
          <p:nvPr/>
        </p:nvSpPr>
        <p:spPr>
          <a:xfrm>
            <a:off x="623392" y="4725144"/>
            <a:ext cx="103691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在命令模式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(Command Mode)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下，铅笔图标消失，单元左侧边框线呈现蓝色，按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Enter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键或者双击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cell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变为编辑状态。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214B05-1EB3-1E65-38AE-D6798EE7B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2053168"/>
            <a:ext cx="9385115" cy="225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27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9922AD-4550-BFC1-C61D-2210C2A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99D5D4D-925E-CE96-5843-18BD24ADC4C9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启动与用户界面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74689A-18AC-356A-8331-B418B1D92700}"/>
              </a:ext>
            </a:extLst>
          </p:cNvPr>
          <p:cNvSpPr txBox="1"/>
          <p:nvPr/>
        </p:nvSpPr>
        <p:spPr>
          <a:xfrm>
            <a:off x="861956" y="764704"/>
            <a:ext cx="1036915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命令模式快捷键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命令模式的快捷键在单元格未被激活编辑时有效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Enter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：转到编辑模式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Shift + Enter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：运行当前单元格，并移动到下一个单元格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Ctrl + Enter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：运行当前单元格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Alt + Enter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：运行当前单元格，并在下方插入新单元格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Up Arrow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：选择上方单元格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Down Arrow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：选择下方单元格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：在当前单元格上方插入新单元格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：在当前单元格下方插入新单元格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D, 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（连续按两次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）：删除选中的单元格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：剪切选中的单元格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：复制选中的单元格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：在当前选中的单元格下方粘贴单元格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Shift + V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：在当前选中的单元格上方粘贴单元格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：撤销删除单元格的操作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Shift + 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：合并选中的多个单元格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：将当前单元格更改为代码单元格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：将当前单元格更改为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Markdown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单元格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9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9922AD-4550-BFC1-C61D-2210C2A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99D5D4D-925E-CE96-5843-18BD24ADC4C9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启动与用户界面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74689A-18AC-356A-8331-B418B1D92700}"/>
              </a:ext>
            </a:extLst>
          </p:cNvPr>
          <p:cNvSpPr txBox="1"/>
          <p:nvPr/>
        </p:nvSpPr>
        <p:spPr>
          <a:xfrm>
            <a:off x="861956" y="764704"/>
            <a:ext cx="1036915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编辑模式快捷键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编辑模式的快捷键在单元格被激活编辑时有效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Esc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：返回命令模式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Ctrl + Enter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：运行当前单元格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Shift + Enter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：运行当前单元格，并移动到下一个单元格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Alt + Enter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：运行当前单元格，并在下方插入新单元格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Tab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：代码补全或缩进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Shift + Tab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：提示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Ctrl + Shift + 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：从光标位置分割单元格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Ctrl + 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：保存并检查点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Ctrl + Z</a:t>
            </a:r>
            <a:r>
              <a:rPr kumimoji="0" lang="zh-CN" alt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：撤销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Ctrl + Shift + Z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Ctrl + 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：重做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命令模式时，按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键可以快速看到都有哪些快捷指令。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8E3606-1E6D-644F-B737-5EA6B432E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304" y="2132856"/>
            <a:ext cx="2934233" cy="426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5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B48769B-8EEA-0D5C-A9A4-8E2FD3F506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588895"/>
            <a:ext cx="10515600" cy="3680209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072CF0-719F-F75A-B3CF-F82A140C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38E1-2621-4495-AFBB-21BE2576CDB0}" type="slidenum">
              <a:rPr lang="en-US" altLang="zh-CN" smtClean="0"/>
              <a:pPr/>
              <a:t>72</a:t>
            </a:fld>
            <a:endParaRPr lang="en-US" altLang="zh-C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79D4BCA-BED7-1B54-A6A6-3679808B769D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启动与用户界面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E4083A-BCE9-7D16-848B-B9A481CEA0C3}"/>
              </a:ext>
            </a:extLst>
          </p:cNvPr>
          <p:cNvSpPr txBox="1"/>
          <p:nvPr/>
        </p:nvSpPr>
        <p:spPr>
          <a:xfrm>
            <a:off x="695400" y="876240"/>
            <a:ext cx="10801200" cy="493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尝试在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cell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单元格中运行一些基本的代码语句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DA302F8-BCE9-B215-F73D-79E956A2A0D8}"/>
              </a:ext>
            </a:extLst>
          </p:cNvPr>
          <p:cNvSpPr txBox="1"/>
          <p:nvPr/>
        </p:nvSpPr>
        <p:spPr>
          <a:xfrm>
            <a:off x="552600" y="5540904"/>
            <a:ext cx="10801200" cy="936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代码单元格中输入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“1+1”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，然后按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Shift + Enter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组合键或者用鼠标单击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Run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（运行）按钮，即可运行这段代码，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Out[2]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输出的结果为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9456452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072CF0-719F-F75A-B3CF-F82A140C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79D4BCA-BED7-1B54-A6A6-3679808B769D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启动与用户界面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E4083A-BCE9-7D16-848B-B9A481CEA0C3}"/>
              </a:ext>
            </a:extLst>
          </p:cNvPr>
          <p:cNvSpPr txBox="1"/>
          <p:nvPr/>
        </p:nvSpPr>
        <p:spPr>
          <a:xfrm>
            <a:off x="695400" y="876240"/>
            <a:ext cx="10801200" cy="493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可以一次性在代码单元格中输入大段代码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DA302F8-BCE9-B215-F73D-79E956A2A0D8}"/>
              </a:ext>
            </a:extLst>
          </p:cNvPr>
          <p:cNvSpPr txBox="1"/>
          <p:nvPr/>
        </p:nvSpPr>
        <p:spPr>
          <a:xfrm>
            <a:off x="623392" y="1779734"/>
            <a:ext cx="10801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x = 10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y = 20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#if x &lt; y :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#    small = x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#else: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#    small = y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small = x if x &lt; y else y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print(small)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B20DC48-D583-5F7A-D03B-F3A477801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1628800"/>
            <a:ext cx="5191850" cy="382005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18744FA-E4AB-3C78-952B-EE786010CD52}"/>
              </a:ext>
            </a:extLst>
          </p:cNvPr>
          <p:cNvSpPr txBox="1"/>
          <p:nvPr/>
        </p:nvSpPr>
        <p:spPr>
          <a:xfrm>
            <a:off x="263352" y="5682514"/>
            <a:ext cx="60952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在命令模式下按下</a:t>
            </a:r>
            <a:r>
              <a:rPr lang="en-US" altLang="zh-CN" sz="200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L(Line</a:t>
            </a:r>
            <a:r>
              <a:rPr lang="zh-CN" altLang="en-US" sz="200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的简写</a:t>
            </a:r>
            <a:r>
              <a:rPr lang="en-US" altLang="zh-CN" sz="200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键时，可显示行号。</a:t>
            </a:r>
            <a:endParaRPr lang="zh-CN" altLang="en-US" sz="20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B715E18-EEB6-8AE0-FA27-228DFA090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168" y="1733596"/>
            <a:ext cx="4230678" cy="331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408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9922AD-4550-BFC1-C61D-2210C2A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38E1-2621-4495-AFBB-21BE2576CDB0}" type="slidenum">
              <a:rPr lang="en-US" altLang="zh-CN" smtClean="0"/>
              <a:pPr/>
              <a:t>74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99D5D4D-925E-CE96-5843-18BD24ADC4C9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ea typeface="华文细黑" panose="02010600040101010101" pitchFamily="2" charset="-122"/>
              </a:rPr>
              <a:t>    </a:t>
            </a:r>
            <a:r>
              <a:rPr lang="zh-CN" altLang="en-US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26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Jupyter</a:t>
            </a:r>
            <a:r>
              <a:rPr lang="en-US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Notebook</a:t>
            </a:r>
            <a:r>
              <a:rPr lang="zh-CN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编写代码</a:t>
            </a:r>
            <a:endParaRPr lang="en-US" altLang="zh-CN" sz="2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EDFA23-0317-0035-0914-A3A1FD6066BB}"/>
              </a:ext>
            </a:extLst>
          </p:cNvPr>
          <p:cNvSpPr txBox="1"/>
          <p:nvPr/>
        </p:nvSpPr>
        <p:spPr>
          <a:xfrm>
            <a:off x="839416" y="1124744"/>
            <a:ext cx="100091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保存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文件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要保存编写的代码，常用的有两种格式：一种是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的专属文件格式，另一种是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格式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要保存成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格式，在文件界面中点击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file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菜单，选择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Save and Checkpoint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，文件会自动保存在默认路径下，文件的扩展名为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ipynb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如果要保存在自己的文件夹中，可以在桌面上先建立一个文件夹，比如，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Python_code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，进入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后，点击“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Desktop”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就能显示你的文件夹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Python_code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，点击该文件夹，并点击右上角的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New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按钮，选择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Python3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，即可以创建一个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文件，这个文件就会自动保存至文件夹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Python_code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要保存成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文件，点击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file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菜单，选择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Download as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下的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Python(.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，文件会自动保存在默认路径下</a:t>
            </a:r>
          </a:p>
        </p:txBody>
      </p:sp>
    </p:spTree>
    <p:extLst>
      <p:ext uri="{BB962C8B-B14F-4D97-AF65-F5344CB8AC3E}">
        <p14:creationId xmlns:p14="http://schemas.microsoft.com/office/powerpoint/2010/main" val="165562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9922AD-4550-BFC1-C61D-2210C2A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99D5D4D-925E-CE96-5843-18BD24ADC4C9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Markdown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编辑器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EDFA23-0317-0035-0914-A3A1FD6066BB}"/>
              </a:ext>
            </a:extLst>
          </p:cNvPr>
          <p:cNvSpPr txBox="1"/>
          <p:nvPr/>
        </p:nvSpPr>
        <p:spPr>
          <a:xfrm>
            <a:off x="551384" y="2622396"/>
            <a:ext cx="107291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Markdown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是一种轻量级的可使用普通文本编辑器编写的标记语言。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Markdown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通过简单的语法标记，能使普通文本内容具备一定的格式。由于它的功能比纯文本编辑器强大很多，因此也有很多人用它来撰写文档或博客，例如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GitHub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Matplotlib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等网站就用它来呈现文档，知乎、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CSDN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及云栖社区等社区网站也支持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Markdown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格式的博客撰写。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ABD731-8832-34DC-6D35-A0EADE80A68D}"/>
              </a:ext>
            </a:extLst>
          </p:cNvPr>
          <p:cNvSpPr txBox="1"/>
          <p:nvPr/>
        </p:nvSpPr>
        <p:spPr>
          <a:xfrm>
            <a:off x="551384" y="1052736"/>
            <a:ext cx="105131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上面我们简单讲解了</a:t>
            </a:r>
            <a:r>
              <a:rPr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的基本用法。如果</a:t>
            </a:r>
            <a:r>
              <a:rPr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的功能仅限于此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那它和普通的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IDE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开发环境就没有什么本质上的区别。事实上，</a:t>
            </a:r>
            <a:r>
              <a:rPr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的特点到此并没有体现出来。那如何才能体现呢？这就要用到另外一种单元格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——Markdown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单元格。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E41322-C1FC-3555-7694-3197CF7AC12A}"/>
              </a:ext>
            </a:extLst>
          </p:cNvPr>
          <p:cNvSpPr txBox="1"/>
          <p:nvPr/>
        </p:nvSpPr>
        <p:spPr>
          <a:xfrm>
            <a:off x="623392" y="4762154"/>
            <a:ext cx="10801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的文本编辑单元格中，采用的就是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Markdown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的语法规范。在这个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Markdown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单元格中，我们可以设置文本格式，插入链接、图片甚至数学公式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类似于</a:t>
            </a:r>
            <a:r>
              <a:rPr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LaTex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。使用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Ctrl + Enter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组合键运行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Markdown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单元格即可显示格式化的文本。</a:t>
            </a:r>
          </a:p>
        </p:txBody>
      </p:sp>
    </p:spTree>
    <p:extLst>
      <p:ext uri="{BB962C8B-B14F-4D97-AF65-F5344CB8AC3E}">
        <p14:creationId xmlns:p14="http://schemas.microsoft.com/office/powerpoint/2010/main" val="407429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9922AD-4550-BFC1-C61D-2210C2A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99D5D4D-925E-CE96-5843-18BD24ADC4C9}"/>
              </a:ext>
            </a:extLst>
          </p:cNvPr>
          <p:cNvSpPr txBox="1">
            <a:spLocks noChangeArrowheads="1"/>
          </p:cNvSpPr>
          <p:nvPr/>
        </p:nvSpPr>
        <p:spPr>
          <a:xfrm>
            <a:off x="191344" y="59586"/>
            <a:ext cx="11759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华文细黑" panose="02010600040101010101" pitchFamily="2" charset="-122"/>
                <a:cs typeface="+mn-cs"/>
              </a:rPr>
              <a:t>   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Markdown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编辑器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3F9DD60-0DF8-E507-3B36-409E3E334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722518"/>
            <a:ext cx="5462811" cy="29683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83BF135-CE01-2BBE-D4C4-64FB2F43E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312" y="908836"/>
            <a:ext cx="2692881" cy="36598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0E7203C-92B8-F288-466F-D248BA151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60" y="3690895"/>
            <a:ext cx="4241935" cy="304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75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D20DA1B-7514-409A-A5E5-F9FED1F6B16D}"/>
              </a:ext>
            </a:extLst>
          </p:cNvPr>
          <p:cNvSpPr txBox="1"/>
          <p:nvPr/>
        </p:nvSpPr>
        <p:spPr>
          <a:xfrm>
            <a:off x="623392" y="1052736"/>
            <a:ext cx="106571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第三方包以模块（</a:t>
            </a:r>
            <a:r>
              <a:rPr lang="en-US" altLang="zh-CN" sz="2800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Moduel</a:t>
            </a:r>
            <a:r>
              <a:rPr lang="zh-CN" altLang="zh-CN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，文件扩展名为</a:t>
            </a:r>
            <a:r>
              <a:rPr lang="en-US" altLang="zh-CN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sz="2800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</a:t>
            </a:r>
            <a:r>
              <a:rPr lang="zh-CN" altLang="zh-CN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）方式，将可实现各种功能的程序代码（变量、函数）“打包”在一起。</a:t>
            </a:r>
            <a:endParaRPr lang="en-US" altLang="zh-CN" sz="28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引用第三方包中的模块的基本函数是：</a:t>
            </a:r>
            <a:r>
              <a:rPr lang="en-US" altLang="zh-CN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import</a:t>
            </a:r>
            <a:r>
              <a:rPr lang="zh-CN" altLang="zh-CN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函数。</a:t>
            </a:r>
            <a:endParaRPr lang="en-US" altLang="zh-CN" sz="28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zh-CN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之后可在自己编写的</a:t>
            </a:r>
            <a:r>
              <a:rPr lang="en-US" altLang="zh-CN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zh-CN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程序直接调用已导入模块中的函数，通过代码重用（重复使用）的方式快速实现某种特定功能。</a:t>
            </a:r>
            <a:endParaRPr lang="en-US" altLang="zh-CN" sz="28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8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8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模块导入的一般语法格式为：</a:t>
            </a:r>
            <a:endParaRPr lang="en-US" altLang="zh-CN" sz="28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-import 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模块名：导入指定模块</a:t>
            </a:r>
            <a:endParaRPr lang="en-US" altLang="zh-CN" sz="24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-from 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模块名 </a:t>
            </a: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import 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函数名：导入指定模块中的指定函数</a:t>
            </a:r>
            <a:endParaRPr lang="en-US" altLang="zh-CN" sz="24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-from 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模块名 </a:t>
            </a: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import 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函数名</a:t>
            </a: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1,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函数名</a:t>
            </a: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2,…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：导入指定模块中的若干个指定函数</a:t>
            </a:r>
            <a:endParaRPr lang="en-US" altLang="zh-CN" sz="24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-from 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模型名</a:t>
            </a: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import *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：导入指定模块中的所有函数</a:t>
            </a:r>
            <a:endParaRPr lang="en-US" altLang="zh-CN" sz="24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可增加：</a:t>
            </a: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as 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别名。例如：</a:t>
            </a: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import </a:t>
            </a:r>
            <a:r>
              <a:rPr lang="en-US" altLang="zh-CN" sz="2400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as np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，表示导入</a:t>
            </a:r>
            <a:r>
              <a:rPr lang="en-US" altLang="zh-CN" sz="2400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numpy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并指定别名为</a:t>
            </a:r>
            <a:r>
              <a:rPr lang="en-US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np</a:t>
            </a:r>
            <a:r>
              <a:rPr lang="zh-CN" altLang="zh-CN" sz="24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。指定别名可以有效避免不同模块有相同函数名的问题</a:t>
            </a:r>
            <a:endParaRPr lang="en-US" altLang="zh-CN" sz="24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A1DEFB6-33ED-D24C-55CF-EBCAA8C97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3669910E-96CE-B383-11C7-C89B3C17EEDC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第三方包的引用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850ACE8-D5CD-6C7F-45B3-796DD711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FC0D3-8C95-45E7-BFA0-304BAC6C64E3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7107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E2A7F0-8DB9-2DE1-F66A-F2FC28B6F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E6FDF2-02A5-E98B-261D-F64688FA9AD1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的魔术命令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16C2C2-1067-E71C-97F3-0F4278E96E1F}"/>
              </a:ext>
            </a:extLst>
          </p:cNvPr>
          <p:cNvSpPr txBox="1"/>
          <p:nvPr/>
        </p:nvSpPr>
        <p:spPr>
          <a:xfrm>
            <a:off x="839416" y="1196752"/>
            <a:ext cx="1058517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IPython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中特殊的命令（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中没有）被称作“魔术”命令。这些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命令可以使普通任务更便捷，更容易控制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IPython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系统。魔术命令是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在指令前添加百分号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前缀。比如可以用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lang="en-US" altLang="zh-CN" sz="28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timeit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估算任何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语句的平均执行时间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82E732-2263-99D1-3554-2871130C9E59}"/>
              </a:ext>
            </a:extLst>
          </p:cNvPr>
          <p:cNvSpPr txBox="1"/>
          <p:nvPr/>
        </p:nvSpPr>
        <p:spPr>
          <a:xfrm>
            <a:off x="1415480" y="3284984"/>
            <a:ext cx="98650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np.random.randn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(100,100)  #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生成二维矩阵，随机数，且符合标准正态分布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timeit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np.dot(a, a)  #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矩阵乘法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输出结果：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35.4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± 1.28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loop (mean ± std. dev. of 7 runs, 10,000 loops each)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如上所示，使用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timeit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计时会运行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次（默认值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r=7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每一次运行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遍的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则是由系统根据代码确定一个合适的值，这里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n=10000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，最后对所有计时结果取平均得到运行一遍代码的时间。</a:t>
            </a:r>
          </a:p>
        </p:txBody>
      </p:sp>
    </p:spTree>
    <p:extLst>
      <p:ext uri="{BB962C8B-B14F-4D97-AF65-F5344CB8AC3E}">
        <p14:creationId xmlns:p14="http://schemas.microsoft.com/office/powerpoint/2010/main" val="1184692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E2A7F0-8DB9-2DE1-F66A-F2FC28B6F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E6FDF2-02A5-E98B-261D-F64688FA9AD1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的魔术命令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16C2C2-1067-E71C-97F3-0F4278E96E1F}"/>
              </a:ext>
            </a:extLst>
          </p:cNvPr>
          <p:cNvSpPr txBox="1"/>
          <p:nvPr/>
        </p:nvSpPr>
        <p:spPr>
          <a:xfrm>
            <a:off x="839416" y="1196752"/>
            <a:ext cx="108732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魔术命令可以被看做</a:t>
            </a:r>
            <a:r>
              <a:rPr lang="en-US" altLang="zh-CN" sz="24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IPython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中运行的命令行。许多魔术命令可以在命令后添加问号查看该命令的文档和帮助信息</a:t>
            </a:r>
            <a:endParaRPr lang="en-US" altLang="zh-CN" sz="24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82E732-2263-99D1-3554-2871130C9E59}"/>
              </a:ext>
            </a:extLst>
          </p:cNvPr>
          <p:cNvSpPr txBox="1"/>
          <p:nvPr/>
        </p:nvSpPr>
        <p:spPr>
          <a:xfrm>
            <a:off x="767408" y="3860756"/>
            <a:ext cx="10801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%debug?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：交互式事后调试。当代码出错后，需要检查错误现场的变量值和执行流程时使用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%history?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查看和管理命令历史。需要回顾、搜索之前输入的命令，或将有用的命令片段保存为脚本时。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6B97CB-B043-95F7-D5C6-0199AF816BF2}"/>
              </a:ext>
            </a:extLst>
          </p:cNvPr>
          <p:cNvSpPr txBox="1"/>
          <p:nvPr/>
        </p:nvSpPr>
        <p:spPr>
          <a:xfrm>
            <a:off x="839416" y="2027749"/>
            <a:ext cx="108732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333333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lang="en-US" altLang="zh-CN" sz="2400" dirty="0" err="1">
                <a:solidFill>
                  <a:srgbClr val="333333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automagic</a:t>
            </a:r>
            <a:r>
              <a:rPr lang="zh-CN" altLang="en-US" sz="2400" dirty="0">
                <a:solidFill>
                  <a:srgbClr val="333333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：设置输入魔术命令时是否键入</a:t>
            </a:r>
            <a:r>
              <a:rPr lang="en-US" altLang="zh-CN" sz="2400" dirty="0">
                <a:solidFill>
                  <a:srgbClr val="333333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lang="zh-CN" altLang="en-US" sz="2400" dirty="0">
                <a:solidFill>
                  <a:srgbClr val="333333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前缀，可以通过此命令打开或关闭此功能。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333333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%magic</a:t>
            </a:r>
            <a:r>
              <a:rPr lang="zh-CN" altLang="en-US" sz="2400" dirty="0">
                <a:solidFill>
                  <a:srgbClr val="333333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：显示所有可用的魔术命令及其简要说明。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333333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lang="en-US" altLang="zh-CN" sz="2400" dirty="0" err="1">
                <a:solidFill>
                  <a:srgbClr val="333333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quickref</a:t>
            </a:r>
            <a:r>
              <a:rPr lang="zh-CN" altLang="en-US" sz="2400" dirty="0">
                <a:solidFill>
                  <a:srgbClr val="333333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：提供</a:t>
            </a:r>
            <a:r>
              <a:rPr lang="en-US" altLang="zh-CN" sz="2400" dirty="0" err="1">
                <a:solidFill>
                  <a:srgbClr val="333333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IPython</a:t>
            </a:r>
            <a:r>
              <a:rPr lang="zh-CN" altLang="en-US" sz="2400" dirty="0">
                <a:solidFill>
                  <a:srgbClr val="333333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魔术命令的快速参考。</a:t>
            </a:r>
          </a:p>
        </p:txBody>
      </p:sp>
    </p:spTree>
    <p:extLst>
      <p:ext uri="{BB962C8B-B14F-4D97-AF65-F5344CB8AC3E}">
        <p14:creationId xmlns:p14="http://schemas.microsoft.com/office/powerpoint/2010/main" val="746691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E2A7F0-8DB9-2DE1-F66A-F2FC28B6F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E6FDF2-02A5-E98B-261D-F64688FA9AD1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的魔术命令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16C2C2-1067-E71C-97F3-0F4278E96E1F}"/>
              </a:ext>
            </a:extLst>
          </p:cNvPr>
          <p:cNvSpPr txBox="1"/>
          <p:nvPr/>
        </p:nvSpPr>
        <p:spPr>
          <a:xfrm>
            <a:off x="839416" y="1196752"/>
            <a:ext cx="109452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⼀些魔术函数与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函数很像，它的结果可以赋值给⼀个变量：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82E732-2263-99D1-3554-2871130C9E59}"/>
              </a:ext>
            </a:extLst>
          </p:cNvPr>
          <p:cNvSpPr txBox="1"/>
          <p:nvPr/>
        </p:nvSpPr>
        <p:spPr>
          <a:xfrm>
            <a:off x="2207568" y="2306605"/>
            <a:ext cx="64030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pwd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输出结果：</a:t>
            </a:r>
            <a:r>
              <a:rPr kumimoji="0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'C:\\Users\\jj\\python_code'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foo=%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pwd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foo</a:t>
            </a:r>
          </a:p>
          <a:p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输出结果：</a:t>
            </a:r>
            <a:r>
              <a:rPr kumimoji="0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'C:\\Users\\jj\\python_code'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20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E2A7F0-8DB9-2DE1-F66A-F2FC28B6F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E6FDF2-02A5-E98B-261D-F64688FA9AD1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的魔术命令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0DEDBB-BD11-5849-AC8A-567A35AA544A}"/>
              </a:ext>
            </a:extLst>
          </p:cNvPr>
          <p:cNvSpPr txBox="1"/>
          <p:nvPr/>
        </p:nvSpPr>
        <p:spPr>
          <a:xfrm>
            <a:off x="767408" y="764704"/>
            <a:ext cx="9433048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timeit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用于测量单行代码的执行时间。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命令行选项：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：指定执行次数。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-r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：指定重复次数以计算平均值（在某些版本中可能默认值为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%time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类似于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lang="en-US" altLang="zh-CN" sz="24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timeit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，但只执行一次并返回执行时间。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通常不接受额外的命令行选项。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%history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显示之前输入过的命令的历史记录。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命令行选项：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-n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：指定要显示的命令范围。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-g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：按模式搜索命令。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-o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：将命令作为列表输出到变量中。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-p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：显示命令及其输出（如果可用）。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-r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：以原始格式输出命令（可能因版本而异）。</a:t>
            </a:r>
          </a:p>
          <a:p>
            <a:endParaRPr lang="zh-CN" altLang="en-US" sz="20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7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E2A7F0-8DB9-2DE1-F66A-F2FC28B6F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E6FDF2-02A5-E98B-261D-F64688FA9AD1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的魔术命令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0DEDBB-BD11-5849-AC8A-567A35AA544A}"/>
              </a:ext>
            </a:extLst>
          </p:cNvPr>
          <p:cNvSpPr txBox="1"/>
          <p:nvPr/>
        </p:nvSpPr>
        <p:spPr>
          <a:xfrm>
            <a:off x="1487488" y="639286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%run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执行一个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脚本。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命令行选项：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可以接受脚本的命令行参数。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F0292F-51B4-994B-C9B2-210091DF6043}"/>
              </a:ext>
            </a:extLst>
          </p:cNvPr>
          <p:cNvSpPr txBox="1"/>
          <p:nvPr/>
        </p:nvSpPr>
        <p:spPr>
          <a:xfrm>
            <a:off x="1415480" y="1848287"/>
            <a:ext cx="102251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%load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加载指定路径下的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文件代码到当前单元格。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通常不接受额外的命令行选项，但指定文件路径是必须的。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pwd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显示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运行的当前工作路径。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不接受额外的命令行选项。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%debug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注意：这不是一个标准的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IPython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魔术命令，但可以通过捕获异常并在异常处理块中调用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pdb.set_trace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来实现类似功能。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C7E85A-4E61-EC35-EDF5-7AFB9393C7BA}"/>
              </a:ext>
            </a:extLst>
          </p:cNvPr>
          <p:cNvSpPr txBox="1"/>
          <p:nvPr/>
        </p:nvSpPr>
        <p:spPr>
          <a:xfrm>
            <a:off x="1487488" y="4716696"/>
            <a:ext cx="69177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%reset</a:t>
            </a:r>
          </a:p>
          <a:p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删除当前命名空间中的全部变量或名称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%who</a:t>
            </a:r>
          </a:p>
          <a:p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显示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Ipython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当前命名空间中已经定义的变量</a:t>
            </a:r>
          </a:p>
        </p:txBody>
      </p:sp>
    </p:spTree>
    <p:extLst>
      <p:ext uri="{BB962C8B-B14F-4D97-AF65-F5344CB8AC3E}">
        <p14:creationId xmlns:p14="http://schemas.microsoft.com/office/powerpoint/2010/main" val="227781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E2A7F0-8DB9-2DE1-F66A-F2FC28B6F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438E1-2621-4495-AFBB-21BE2576CD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E6FDF2-02A5-E98B-261D-F64688FA9AD1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Ipython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的魔术命令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EDDA5E-8547-31EB-8F4C-180D5E90C816}"/>
              </a:ext>
            </a:extLst>
          </p:cNvPr>
          <p:cNvSpPr txBox="1"/>
          <p:nvPr/>
        </p:nvSpPr>
        <p:spPr>
          <a:xfrm>
            <a:off x="1127448" y="906601"/>
            <a:ext cx="9361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单元魔术命令（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Cell Magics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），作用于整个代码单元格。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%%</a:t>
            </a:r>
            <a:r>
              <a:rPr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timeit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类似于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timeit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，但作用于整个代码单元格。</a:t>
            </a:r>
          </a:p>
          <a:p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命令行选项与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timeit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相同。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%%time</a:t>
            </a:r>
          </a:p>
          <a:p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类似于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%time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，但作用于整个代码单元格。</a:t>
            </a:r>
          </a:p>
          <a:p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通常不接受额外的命令行选项。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%%</a:t>
            </a:r>
            <a:r>
              <a:rPr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writefile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将单元格的内容写入文件。</a:t>
            </a:r>
          </a:p>
          <a:p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命令行选项：</a:t>
            </a:r>
          </a:p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-a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：追加到文件而不是覆盖。</a:t>
            </a:r>
          </a:p>
          <a:p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filename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：指定要写入的文件名。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%%bash</a:t>
            </a:r>
          </a:p>
          <a:p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在单元格中执行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bash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脚本。</a:t>
            </a:r>
          </a:p>
          <a:p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直接在命令后跟随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bash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脚本内容。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28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D20DA1B-7514-409A-A5E5-F9FED1F6B16D}"/>
              </a:ext>
            </a:extLst>
          </p:cNvPr>
          <p:cNvSpPr txBox="1"/>
          <p:nvPr/>
        </p:nvSpPr>
        <p:spPr>
          <a:xfrm>
            <a:off x="623392" y="1052736"/>
            <a:ext cx="1108923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了解并练习</a:t>
            </a:r>
            <a:r>
              <a:rPr kumimoji="0" lang="en-US" altLang="zh-CN" sz="2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中的常见快捷键</a:t>
            </a:r>
            <a:endParaRPr kumimoji="0" lang="en-US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创建一个名为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example.py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的脚本文件，并向其中写入一行文本“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Hello, Python!”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。然后，通过多种方式读取该文件的内容并打印出来。</a:t>
            </a:r>
            <a:endParaRPr kumimoji="0" lang="en-US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安装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Anaconda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开发环境，并尝试用不同方式启动</a:t>
            </a:r>
            <a:r>
              <a:rPr lang="en-US" altLang="zh-CN" sz="2800" kern="1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Spider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理解开发环境和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kumimoji="0" lang="zh-CN" altLang="en-US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的区别和联系</a:t>
            </a:r>
            <a:endParaRPr kumimoji="0" lang="en-US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了解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自带的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IDE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以及其他第三方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IDE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6.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了解</a:t>
            </a:r>
            <a:r>
              <a:rPr lang="en-US" altLang="zh-CN" sz="2800" kern="1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Notebook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的基本功能，并编写一个数学运算的基本代码，运行出结果</a:t>
            </a:r>
            <a:endParaRPr lang="en-US" altLang="zh-CN" sz="2800" kern="100" dirty="0">
              <a:solidFill>
                <a:prstClr val="black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7.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通过代码运行，了解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的常见魔术命令，如：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%matplotlib inline 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函数，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</a:t>
            </a:r>
            <a:r>
              <a:rPr lang="en-US" altLang="zh-CN" sz="2800" kern="1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timeit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函数，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%%</a:t>
            </a:r>
            <a:r>
              <a:rPr lang="en-US" altLang="zh-CN" sz="2800" kern="100" dirty="0" err="1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writefile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kern="100" dirty="0">
                <a:solidFill>
                  <a:prstClr val="black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</a:t>
            </a:r>
            <a:endParaRPr kumimoji="0" lang="en-US" altLang="zh-CN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A1DEFB6-33ED-D24C-55CF-EBCAA8C97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401"/>
            <a:ext cx="12192000" cy="54868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3669910E-96CE-B383-11C7-C89B3C17EEDC}"/>
              </a:ext>
            </a:extLst>
          </p:cNvPr>
          <p:cNvSpPr txBox="1">
            <a:spLocks noChangeArrowheads="1"/>
          </p:cNvSpPr>
          <p:nvPr/>
        </p:nvSpPr>
        <p:spPr>
          <a:xfrm>
            <a:off x="407368" y="44624"/>
            <a:ext cx="8568952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6858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第三章练习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850ACE8-D5CD-6C7F-45B3-796DD711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CFC0D3-8C95-45E7-BFA0-304BAC6C64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403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16144</TotalTime>
  <Pages>0</Pages>
  <Words>7751</Words>
  <Characters>0</Characters>
  <Application>Microsoft Office PowerPoint</Application>
  <DocSecurity>0</DocSecurity>
  <PresentationFormat>宽屏</PresentationFormat>
  <Lines>0</Lines>
  <Paragraphs>665</Paragraphs>
  <Slides>84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84</vt:i4>
      </vt:variant>
    </vt:vector>
  </HeadingPairs>
  <TitlesOfParts>
    <vt:vector size="94" baseType="lpstr">
      <vt:lpstr>-apple-system</vt:lpstr>
      <vt:lpstr>等线</vt:lpstr>
      <vt:lpstr>等线 Light</vt:lpstr>
      <vt:lpstr>仿宋</vt:lpstr>
      <vt:lpstr>微软雅黑</vt:lpstr>
      <vt:lpstr>Arial</vt:lpstr>
      <vt:lpstr>Calibri</vt:lpstr>
      <vt:lpstr>Times New Roman</vt:lpstr>
      <vt:lpstr>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pc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subject/>
  <dc:creator>pc4</dc:creator>
  <cp:keywords/>
  <dc:description/>
  <cp:lastModifiedBy>admin</cp:lastModifiedBy>
  <cp:revision>1165</cp:revision>
  <dcterms:created xsi:type="dcterms:W3CDTF">2005-02-03T06:44:58Z</dcterms:created>
  <dcterms:modified xsi:type="dcterms:W3CDTF">2026-10-21T01:11:41Z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2052-8.1.0.3526</vt:lpwstr>
  </property>
</Properties>
</file>